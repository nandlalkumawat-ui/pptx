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5486400" cy="5852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Transforming Education with Technology</a:t>
            </a:r>
          </a:p>
          <a:p>
            <a:pPr algn="l">
              <a:defRPr sz="1800">
                <a:solidFill>
                  <a:srgbClr val="CBD5E1"/>
                </a:solidFill>
                <a:latin typeface="Calibri"/>
              </a:defRPr>
            </a:pPr>
            <a:r>
              <a:t>Revolutionizing Learning for a Digital Age</a:t>
            </a:r>
          </a:p>
        </p:txBody>
      </p:sp>
      <p:pic>
        <p:nvPicPr>
          <p:cNvPr id="4" name="Slide Image" descr="a0410db4e68fe55d137e9166121ddf9dc7f481b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5" name="Hero Credit"/>
          <p:cNvSpPr txBox="1"/>
          <p:nvPr/>
        </p:nvSpPr>
        <p:spPr>
          <a:xfrm>
            <a:off x="6583680" y="6446520"/>
            <a:ext cx="5425135" cy="3200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Image: quill.com</a:t>
            </a:r>
          </a:p>
        </p:txBody>
      </p:sp>
      <p:sp>
        <p:nvSpPr>
          <p:cNvPr id="6" name="Accent Bar"/>
          <p:cNvSpPr/>
          <p:nvPr/>
        </p:nvSpPr>
        <p:spPr>
          <a:xfrm>
            <a:off x="548640" y="1691640"/>
            <a:ext cx="1097280" cy="73152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Introduction to Modern Education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61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integration of technology in modern education has become increasingly important as it offers numerous benefits, such as improved accessibility and personalized learning experiences.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530600"/>
            <a:ext cx="5410047" cy="273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Technology can help bridge the gap between students with different abilities.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Digital tools enable teachers to create customized lesson plans for each student.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Online resources provide access to a vast array of educational materials.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sources</a:t>
            </a:r>
          </a:p>
        </p:txBody>
      </p:sp>
      <p:pic>
        <p:nvPicPr>
          <p:cNvPr id="5" name="Slide Image" descr="4ad75f932fa0c13de50311712793a233d64785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2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i3-technologies.com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Transforming Education with Technology  ·  Sources [1]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Key Concepts in Technology-Enhanced Education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Personalized Learning</a:t>
            </a:r>
          </a:p>
        </p:txBody>
      </p:sp>
      <p:sp>
        <p:nvSpPr>
          <p:cNvPr id="4" name="Card"/>
          <p:cNvSpPr/>
          <p:nvPr/>
        </p:nvSpPr>
        <p:spPr>
          <a:xfrm>
            <a:off x="6233007" y="164592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Access to Digital Resources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409194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Virtual and Augmented Reality</a:t>
            </a:r>
          </a:p>
        </p:txBody>
      </p:sp>
      <p:sp>
        <p:nvSpPr>
          <p:cNvPr id="6" name="Card"/>
          <p:cNvSpPr/>
          <p:nvPr/>
        </p:nvSpPr>
        <p:spPr>
          <a:xfrm>
            <a:off x="6233007" y="409194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8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Transforming Education with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Current Trends in Technology-Enhanced Education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09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According to a recent study, the use of digital tools has increased by 25% over the past year.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018536"/>
            <a:ext cx="5410047" cy="324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The number of students using online resources has risen from 50% to 75% in the last two years.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The adoption rate of virtual reality technology in classrooms is expected to reach 30% by 2025.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AI-powered learning tools have improved student outcomes by an average of 15%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sources</a:t>
            </a:r>
          </a:p>
        </p:txBody>
      </p:sp>
      <p:pic>
        <p:nvPicPr>
          <p:cNvPr id="5" name="Slide Image" descr="2d0ff3695c8eca0d0d280c51d1f9c696967d6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4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effectivesoft.com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Transforming Education with Technology  ·  Sources [2], [3]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Applications of Technology in Modern Education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Virtual classrooms for remote learning.</a:t>
            </a:r>
          </a:p>
        </p:txBody>
      </p:sp>
      <p:sp>
        <p:nvSpPr>
          <p:cNvPr id="4" name="Card"/>
          <p:cNvSpPr/>
          <p:nvPr/>
        </p:nvSpPr>
        <p:spPr>
          <a:xfrm>
            <a:off x="6233007" y="164592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AI-powered tutoring systems.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409194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Gamification and interactive simulations.</a:t>
            </a:r>
          </a:p>
        </p:txBody>
      </p:sp>
      <p:sp>
        <p:nvSpPr>
          <p:cNvPr id="6" name="Card"/>
          <p:cNvSpPr/>
          <p:nvPr/>
        </p:nvSpPr>
        <p:spPr>
          <a:xfrm>
            <a:off x="6233007" y="409194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5 / 12</a:t>
            </a:r>
          </a:p>
        </p:txBody>
      </p:sp>
      <p:sp>
        <p:nvSpPr>
          <p:cNvPr id="8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Transforming Education with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Benefits and Challenges of Technology-Enhanced Education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58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integration of technology in education has both benefits and challenges.</a:t>
            </a:r>
          </a:p>
        </p:txBody>
      </p:sp>
      <p:graphicFrame>
        <p:nvGraphicFramePr>
          <p:cNvPr id="4" name="Content Table"/>
          <p:cNvGraphicFramePr>
            <a:graphicFrameLocks noGrp="1"/>
          </p:cNvGraphicFramePr>
          <p:nvPr/>
        </p:nvGraphicFramePr>
        <p:xfrm>
          <a:off x="548640" y="2506472"/>
          <a:ext cx="54100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8439"/>
                <a:gridCol w="2411608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Improved accessibility for students with disabilities.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Increased digital divide.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Increased student engagement and motivation.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Potential for over-reliance on technology.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Enhanced teacher-student communication.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Risk of cyberbullying.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ullet List"/>
          <p:cNvSpPr txBox="1"/>
          <p:nvPr/>
        </p:nvSpPr>
        <p:spPr>
          <a:xfrm>
            <a:off x="6233007" y="2506472"/>
            <a:ext cx="5410047" cy="375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Improved accessibility for students with disabilities.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Increased student engagement and motivation.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Enhanced teacher-student communication.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sources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6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Transforming Education with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Emerging Trends in Technology-Enhanced Education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future of technology-enhanced education is expected to be shaped by emerging trends such as AI, blockchain, and the Internet of Things.</a:t>
            </a:r>
          </a:p>
        </p:txBody>
      </p:sp>
      <p:sp>
        <p:nvSpPr>
          <p:cNvPr id="4" name="Process Step"/>
          <p:cNvSpPr/>
          <p:nvPr/>
        </p:nvSpPr>
        <p:spPr>
          <a:xfrm>
            <a:off x="548640" y="3427222"/>
            <a:ext cx="2692165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Expected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Increased use of AI-powered learning tools.</a:t>
            </a:r>
          </a:p>
        </p:txBody>
      </p:sp>
      <p:sp>
        <p:nvSpPr>
          <p:cNvPr id="5" name="Process Step"/>
          <p:cNvSpPr/>
          <p:nvPr/>
        </p:nvSpPr>
        <p:spPr>
          <a:xfrm>
            <a:off x="3349390" y="3427222"/>
            <a:ext cx="2692165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Projected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Widespread adoption of virtual reality technology.</a:t>
            </a:r>
          </a:p>
        </p:txBody>
      </p:sp>
      <p:sp>
        <p:nvSpPr>
          <p:cNvPr id="6" name="Process Step"/>
          <p:cNvSpPr/>
          <p:nvPr/>
        </p:nvSpPr>
        <p:spPr>
          <a:xfrm>
            <a:off x="6150140" y="3427222"/>
            <a:ext cx="2692165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Forecasted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Integration of blockchain for secure data storage.</a:t>
            </a:r>
          </a:p>
        </p:txBody>
      </p:sp>
      <p:sp>
        <p:nvSpPr>
          <p:cNvPr id="7" name="Process Step"/>
          <p:cNvSpPr/>
          <p:nvPr/>
        </p:nvSpPr>
        <p:spPr>
          <a:xfrm>
            <a:off x="8950890" y="3427222"/>
            <a:ext cx="2692165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0805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41555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42305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7 / 12</a:t>
            </a:r>
          </a:p>
        </p:txBody>
      </p:sp>
      <p:sp>
        <p:nvSpPr>
          <p:cNvPr id="12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Transforming Education with 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Conclusion and Recommendations</a:t>
            </a:r>
          </a:p>
        </p:txBody>
      </p:sp>
      <p:sp>
        <p:nvSpPr>
          <p:cNvPr id="3" name="Bullet List"/>
          <p:cNvSpPr txBox="1"/>
          <p:nvPr/>
        </p:nvSpPr>
        <p:spPr>
          <a:xfrm>
            <a:off x="548640" y="1645920"/>
            <a:ext cx="5410047" cy="4617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Key takeaway: </a:t>
            </a:r>
            <a:r>
              <a:rPr b="0">
                <a:solidFill>
                  <a:srgbClr val="1F2937"/>
                </a:solidFill>
                <a:latin typeface="Calibri"/>
              </a:rPr>
              <a:t>Technology has the potential to revolutionize education.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Recommendation: </a:t>
            </a:r>
            <a:r>
              <a:rPr b="0">
                <a:solidFill>
                  <a:srgbClr val="1F2937"/>
                </a:solidFill>
                <a:latin typeface="Calibri"/>
              </a:rPr>
              <a:t>Educators should prioritize professional development in technology integration.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sources</a:t>
            </a:r>
          </a:p>
        </p:txBody>
      </p:sp>
      <p:pic>
        <p:nvPicPr>
          <p:cNvPr id="4" name="Slide Image" descr="269588450727fbfecf150eeb38bdb9091e8822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8 / 12</a:t>
            </a:r>
          </a:p>
        </p:txBody>
      </p:sp>
      <p:sp>
        <p:nvSpPr>
          <p:cNvPr id="6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stablediffusionweb.com</a:t>
            </a:r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Transforming Education with Technology  ·  Sources [4]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The Role of Technology in Modern Education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35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Technology has the potential to transform education by providing access to high-quality educational resources and improving student outcomes.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274568"/>
            <a:ext cx="5410047" cy="298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Technology can help bridge the gap between students with different abilities.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Digital tools enable teachers to create customized lesson plans for each student.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Online resources provide access to a vast array of educational materials.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sources</a:t>
            </a:r>
          </a:p>
        </p:txBody>
      </p:sp>
      <p:pic>
        <p:nvPicPr>
          <p:cNvPr id="5" name="Slide Image" descr="ee821545b87c8033914c623aa9dff714ac0b17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9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teachfind.com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Transforming Education with Technology  ·  Sources [6]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Conclusion and Recommendations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3515258" cy="4617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Key takeaway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Technology has the potential to revolutionize education.</a:t>
            </a:r>
          </a:p>
        </p:txBody>
      </p:sp>
      <p:sp>
        <p:nvSpPr>
          <p:cNvPr id="4" name="Card"/>
          <p:cNvSpPr/>
          <p:nvPr/>
        </p:nvSpPr>
        <p:spPr>
          <a:xfrm>
            <a:off x="4338218" y="1645920"/>
            <a:ext cx="3515258" cy="4617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Recommendation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Educators should prioritize professional development in technology integration.</a:t>
            </a:r>
          </a:p>
        </p:txBody>
      </p:sp>
      <p:sp>
        <p:nvSpPr>
          <p:cNvPr id="5" name="Card"/>
          <p:cNvSpPr/>
          <p:nvPr/>
        </p:nvSpPr>
        <p:spPr>
          <a:xfrm>
            <a:off x="8127796" y="1645920"/>
            <a:ext cx="3515258" cy="4617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Transforming Education with Technology  ·  Sources [5]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Research and images used in this presentation</a:t>
            </a:r>
          </a:p>
        </p:txBody>
      </p:sp>
      <p:graphicFrame>
        <p:nvGraphicFramePr>
          <p:cNvPr id="3" name="Content Table"/>
          <p:cNvGraphicFramePr>
            <a:graphicFrameLocks noGrp="1"/>
          </p:cNvGraphicFramePr>
          <p:nvPr/>
        </p:nvGraphicFramePr>
        <p:xfrm>
          <a:off x="548640" y="1645920"/>
          <a:ext cx="1109441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2232"/>
                <a:gridCol w="5652183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[1] 7 Ways Technology Is Impacting Modern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theedadvocate.org/7-ways-technology-is-impacting-modern-education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[2] Transforming Education in The Digital Age : How Technology Affects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researchgate.net/publication/383795338_Transforming_Education_in_The_…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[3] Embracing the Future: How Technology is Revolutionizing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novascholar.org/blog-posts/embracing-future-technology-revolutionizin…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[4] Technology in Education: Transforming Learning Environments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theirworld.org/resources/technology-and-education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[5] How Technology Is Transforming Classrooms Today—and What's 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technologyhq.org/the-present-and-future-of-classroom-technology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[6] How technology is reinventing education - Stanford GSE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ed.stanford.edu/news/how-technology-reinventing-education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[7] How Technology Transforms Education in 2025 - Public School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publicschoolreview.com/blog/how-technology-transforms-education-in-20…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Transforming Education with Technology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 (continued)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94415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5621"/>
                <a:gridCol w="5238794"/>
              </a:tblGrid>
              <a:tr h="65967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[8] The Role of Technology in Modern Education — Collective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collectivelearning.info/blog/role-of-technology-in-education</a:t>
                      </a:r>
                    </a:p>
                  </a:txBody>
                  <a:tcPr/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Image (slide: Transforming Education with Technology) — quill.com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quill.com/content/index/resource-center/education/technology/using-ta…</a:t>
                      </a:r>
                    </a:p>
                  </a:txBody>
                  <a:tcPr/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Image (slide: Introduction to Modern Education) — i3-technologies.com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i3-technologies.com/en/blog/stories/education/how-to-successfully-imp…</a:t>
                      </a:r>
                    </a:p>
                  </a:txBody>
                  <a:tcPr/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Image (slide: Current Trends in Technology-Enhanced Education) — effectivesoft.com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effectivesoft.com/blog/digital-transformation-in-education.html</a:t>
                      </a:r>
                    </a:p>
                  </a:txBody>
                  <a:tcPr/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Image (slide: Conclusion and Recommendations) — stablediffusionweb.com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stablediffusionweb.com/image/19370074-modern-classroom-with-digital-t…</a:t>
                      </a:r>
                    </a:p>
                  </a:txBody>
                  <a:tcPr/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Image (slide: The Role of Technology in Modern Education) — teachfind.com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teachfind.com/technology-digital-integration/digital-tools-integratio…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Transforming Education with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