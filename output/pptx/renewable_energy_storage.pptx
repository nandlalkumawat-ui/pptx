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5486400" cy="5852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Unlocking Renewable Energy Storage</a:t>
            </a:r>
          </a:p>
          <a:p>
            <a:pPr algn="l">
              <a:defRPr sz="1800">
                <a:solidFill>
                  <a:srgbClr val="CBD5E1"/>
                </a:solidFill>
                <a:latin typeface="Calibri"/>
              </a:defRPr>
            </a:pPr>
            <a:r>
              <a:t>Harnessing the Power of Clean Energy</a:t>
            </a:r>
          </a:p>
        </p:txBody>
      </p:sp>
      <p:pic>
        <p:nvPicPr>
          <p:cNvPr id="4" name="Slide Image" descr="993aadde9c696d3db84cde45f7b45de67273ff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5" name="Hero Credit"/>
          <p:cNvSpPr txBox="1"/>
          <p:nvPr/>
        </p:nvSpPr>
        <p:spPr>
          <a:xfrm>
            <a:off x="6583680" y="6446520"/>
            <a:ext cx="5425135" cy="3200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Image: discoverengineering.org</a:t>
            </a:r>
          </a:p>
        </p:txBody>
      </p:sp>
      <p:sp>
        <p:nvSpPr>
          <p:cNvPr id="6" name="Accent Bar"/>
          <p:cNvSpPr/>
          <p:nvPr/>
        </p:nvSpPr>
        <p:spPr>
          <a:xfrm>
            <a:off x="548640" y="1691640"/>
            <a:ext cx="1097280" cy="73152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Introduction to Renewable Energy Storage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Capturing Excess Energy for a Sustainable Future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645920"/>
            <a:ext cx="5410047" cy="4617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1F2937"/>
                </a:solidFill>
                <a:latin typeface="Calibri"/>
              </a:defRPr>
            </a:pPr>
            <a:r>
              <a:t>Energy storage is crucial for making renewable power reliable and scalable. It helps stabilize grids and reduce dependence on fossil fuels.</a:t>
            </a:r>
          </a:p>
        </p:txBody>
      </p:sp>
      <p:sp>
        <p:nvSpPr>
          <p:cNvPr id="4" name="Bullet List"/>
          <p:cNvSpPr txBox="1"/>
          <p:nvPr/>
        </p:nvSpPr>
        <p:spPr>
          <a:xfrm>
            <a:off x="6233007" y="1645920"/>
            <a:ext cx="5410047" cy="4617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Solid-state cells: </a:t>
            </a:r>
            <a:r>
              <a:rPr b="0">
                <a:solidFill>
                  <a:srgbClr val="1F2937"/>
                </a:solidFill>
                <a:latin typeface="Calibri"/>
              </a:rPr>
              <a:t>higher energy density with lower fire risk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Lithium-ion batteries: </a:t>
            </a:r>
            <a:r>
              <a:rPr b="0">
                <a:solidFill>
                  <a:srgbClr val="1F2937"/>
                </a:solidFill>
                <a:latin typeface="Calibri"/>
              </a:rPr>
              <a:t>efficient and widely used in renewable systems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Hybrid systems: </a:t>
            </a:r>
            <a:r>
              <a:rPr b="0">
                <a:solidFill>
                  <a:srgbClr val="1F2937"/>
                </a:solidFill>
                <a:latin typeface="Calibri"/>
              </a:rPr>
              <a:t>combining multiple storage technologies for optimal performance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2 / 11</a:t>
            </a:r>
          </a:p>
        </p:txBody>
      </p:sp>
      <p:sp>
        <p:nvSpPr>
          <p:cNvPr id="6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Unlocking Renewable Energy Storage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Why Renewable Energy Storage Matters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Ensuring Grid Stability and Reliability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645920"/>
            <a:ext cx="5410047" cy="4617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1F2937"/>
                </a:solidFill>
                <a:latin typeface="Calibri"/>
              </a:defRPr>
            </a:pPr>
            <a:r>
              <a:t>The global shift towards clean energy requires efficient storage solutions. Energy storage helps manage power variations from renewable sources.</a:t>
            </a:r>
          </a:p>
        </p:txBody>
      </p:sp>
      <p:sp>
        <p:nvSpPr>
          <p:cNvPr id="4" name="Bullet List"/>
          <p:cNvSpPr txBox="1"/>
          <p:nvPr/>
        </p:nvSpPr>
        <p:spPr>
          <a:xfrm>
            <a:off x="6233007" y="1645920"/>
            <a:ext cx="5410047" cy="4617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Reducing fossil fuel dependence: </a:t>
            </a:r>
            <a:r>
              <a:rPr b="0">
                <a:solidFill>
                  <a:srgbClr val="1F2937"/>
                </a:solidFill>
                <a:latin typeface="Calibri"/>
              </a:rPr>
              <a:t>a cleaner, more sustainable future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Enhancing grid stability: </a:t>
            </a:r>
            <a:r>
              <a:rPr b="0">
                <a:solidFill>
                  <a:srgbClr val="1F2937"/>
                </a:solidFill>
                <a:latin typeface="Calibri"/>
              </a:rPr>
              <a:t>preventing blackouts and brownouts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Improving energy efficiency: </a:t>
            </a:r>
            <a:r>
              <a:rPr b="0">
                <a:solidFill>
                  <a:srgbClr val="1F2937"/>
                </a:solidFill>
                <a:latin typeface="Calibri"/>
              </a:rPr>
              <a:t>minimizing waste and maximizing output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3 / 11</a:t>
            </a:r>
          </a:p>
        </p:txBody>
      </p:sp>
      <p:sp>
        <p:nvSpPr>
          <p:cNvPr id="6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Unlocking Renewable Energy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Types of Renewable Energy Storage Systems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From Batteries to Hybrid Solutions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84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Batteries, supercapacitors, and hybrid systems are the main types of renewable energy storage. Each has its strengths and weaknesses.</a:t>
            </a:r>
          </a:p>
        </p:txBody>
      </p:sp>
      <p:sp>
        <p:nvSpPr>
          <p:cNvPr id="4" name="Card"/>
          <p:cNvSpPr/>
          <p:nvPr/>
        </p:nvSpPr>
        <p:spPr>
          <a:xfrm>
            <a:off x="548640" y="2762504"/>
            <a:ext cx="3515258" cy="3501136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Lithium-ion batteries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high energy density, low self-discharge</a:t>
            </a:r>
          </a:p>
        </p:txBody>
      </p:sp>
      <p:sp>
        <p:nvSpPr>
          <p:cNvPr id="5" name="Card"/>
          <p:cNvSpPr/>
          <p:nvPr/>
        </p:nvSpPr>
        <p:spPr>
          <a:xfrm>
            <a:off x="4338218" y="2762504"/>
            <a:ext cx="3515258" cy="3501136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Supercapacitors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rapid charging, long lifespan</a:t>
            </a:r>
          </a:p>
        </p:txBody>
      </p:sp>
      <p:sp>
        <p:nvSpPr>
          <p:cNvPr id="6" name="Card"/>
          <p:cNvSpPr/>
          <p:nvPr/>
        </p:nvSpPr>
        <p:spPr>
          <a:xfrm>
            <a:off x="8127796" y="2762504"/>
            <a:ext cx="3515258" cy="3501136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Hybrid systems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combining multiple technologies for optimal performance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4 / 11</a:t>
            </a:r>
          </a:p>
        </p:txBody>
      </p:sp>
      <p:sp>
        <p:nvSpPr>
          <p:cNvPr id="8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Unlocking Renewable Energy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Benefits of Renewable Energy Storage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A Cleaner, More Reliable Future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5410047" cy="109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Renewable energy storage offers numerous benefits, including reduced greenhouse gas emissions and improved grid stability.</a:t>
            </a:r>
          </a:p>
        </p:txBody>
      </p:sp>
      <p:sp>
        <p:nvSpPr>
          <p:cNvPr id="4" name="Bullet List"/>
          <p:cNvSpPr txBox="1"/>
          <p:nvPr/>
        </p:nvSpPr>
        <p:spPr>
          <a:xfrm>
            <a:off x="548640" y="3018536"/>
            <a:ext cx="5410047" cy="3245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Reducing carbon footprint: </a:t>
            </a:r>
            <a:r>
              <a:rPr b="0">
                <a:solidFill>
                  <a:srgbClr val="1F2937"/>
                </a:solidFill>
                <a:latin typeface="Calibri"/>
              </a:rPr>
              <a:t>cleaner energy for a sustainable future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Enhancing grid resilience: </a:t>
            </a:r>
            <a:r>
              <a:rPr b="0">
                <a:solidFill>
                  <a:srgbClr val="1F2937"/>
                </a:solidFill>
                <a:latin typeface="Calibri"/>
              </a:rPr>
              <a:t>preventing blackouts and brownouts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Improving energy efficiency: </a:t>
            </a:r>
            <a:r>
              <a:rPr b="0">
                <a:solidFill>
                  <a:srgbClr val="1F2937"/>
                </a:solidFill>
                <a:latin typeface="Calibri"/>
              </a:rPr>
              <a:t>minimizing waste and maximizing output</a:t>
            </a:r>
          </a:p>
        </p:txBody>
      </p:sp>
      <p:pic>
        <p:nvPicPr>
          <p:cNvPr id="5" name="Slide Image" descr="5158ca3e8cec68b8dbb200dcc264ebc68ca0c1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1645920"/>
            <a:ext cx="5410047" cy="4325112"/>
          </a:xfrm>
          <a:prstGeom prst="rect">
            <a:avLst/>
          </a:prstGeom>
        </p:spPr>
      </p:pic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5 / 11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mage Caption"/>
          <p:cNvSpPr txBox="1"/>
          <p:nvPr/>
        </p:nvSpPr>
        <p:spPr>
          <a:xfrm>
            <a:off x="6233007" y="5971032"/>
            <a:ext cx="5410047" cy="29260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Image: digitaljournal.com</a:t>
            </a:r>
          </a:p>
        </p:txBody>
      </p:sp>
      <p:sp>
        <p:nvSpPr>
          <p:cNvPr id="9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Unlocking Renewable Energy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Challenges and Limitations of Renewable Energy Storage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Addressing the Hurdles to a Sustainable Future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5410047" cy="109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Despite its benefits, renewable energy storage faces challenges such as high upfront costs and limited scalability.</a:t>
            </a:r>
          </a:p>
        </p:txBody>
      </p:sp>
      <p:sp>
        <p:nvSpPr>
          <p:cNvPr id="4" name="Bullet List"/>
          <p:cNvSpPr txBox="1"/>
          <p:nvPr/>
        </p:nvSpPr>
        <p:spPr>
          <a:xfrm>
            <a:off x="548640" y="3018536"/>
            <a:ext cx="5410047" cy="3245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High upfront costs: </a:t>
            </a:r>
            <a:r>
              <a:rPr b="0">
                <a:solidFill>
                  <a:srgbClr val="1F2937"/>
                </a:solidFill>
                <a:latin typeface="Calibri"/>
              </a:rPr>
              <a:t>inhibiting widespread adoption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Limited scalability: </a:t>
            </a:r>
            <a:r>
              <a:rPr b="0">
                <a:solidFill>
                  <a:srgbClr val="1F2937"/>
                </a:solidFill>
                <a:latin typeface="Calibri"/>
              </a:rPr>
              <a:t>current technologies not yet suitable for large-scale applications</a:t>
            </a:r>
          </a:p>
        </p:txBody>
      </p:sp>
      <p:pic>
        <p:nvPicPr>
          <p:cNvPr id="5" name="Slide Image" descr="356f543928c79d6646ab1a56e85a3b24f2f1c28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1645920"/>
            <a:ext cx="5410047" cy="4325112"/>
          </a:xfrm>
          <a:prstGeom prst="rect">
            <a:avLst/>
          </a:prstGeom>
        </p:spPr>
      </p:pic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6 / 11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mage Caption"/>
          <p:cNvSpPr txBox="1"/>
          <p:nvPr/>
        </p:nvSpPr>
        <p:spPr>
          <a:xfrm>
            <a:off x="6233007" y="5971032"/>
            <a:ext cx="5410047" cy="29260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Image: ar.inspiredpencil.com</a:t>
            </a:r>
          </a:p>
        </p:txBody>
      </p:sp>
      <p:sp>
        <p:nvSpPr>
          <p:cNvPr id="9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Unlocking Renewable Energy Storage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Data: Energy Storage Capacity by Technology (2022)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A Global Perspective on Renewable Energy Storage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5410047" cy="84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The global energy storage market is expected to grow significantly in the coming years.</a:t>
            </a:r>
          </a:p>
        </p:txBody>
      </p:sp>
      <p:sp>
        <p:nvSpPr>
          <p:cNvPr id="4" name="Bullet List"/>
          <p:cNvSpPr txBox="1"/>
          <p:nvPr/>
        </p:nvSpPr>
        <p:spPr>
          <a:xfrm>
            <a:off x="548640" y="2762504"/>
            <a:ext cx="5410047" cy="3501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Lithium-ion batteries: </a:t>
            </a:r>
            <a:r>
              <a:rPr b="0">
                <a:solidFill>
                  <a:srgbClr val="1F2937"/>
                </a:solidFill>
                <a:latin typeface="Calibri"/>
              </a:rPr>
              <a:t>54.6 GW/Wh capacity (2022)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Flow batteries: </a:t>
            </a:r>
            <a:r>
              <a:rPr b="0">
                <a:solidFill>
                  <a:srgbClr val="1F2937"/>
                </a:solidFill>
                <a:latin typeface="Calibri"/>
              </a:rPr>
              <a:t>3.4 GW/Wh capacity (2022)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Pumped hydro storage: </a:t>
            </a:r>
            <a:r>
              <a:rPr b="0">
                <a:solidFill>
                  <a:srgbClr val="1F2937"/>
                </a:solidFill>
                <a:latin typeface="Calibri"/>
              </a:rPr>
              <a:t>1,467 GW/Wh capacity (2022)</a:t>
            </a:r>
          </a:p>
        </p:txBody>
      </p:sp>
      <p:pic>
        <p:nvPicPr>
          <p:cNvPr id="5" name="Slide Image" descr="7833825125cba15cc2af70220dc16157f5c10d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1645920"/>
            <a:ext cx="5410047" cy="4325112"/>
          </a:xfrm>
          <a:prstGeom prst="rect">
            <a:avLst/>
          </a:prstGeom>
        </p:spPr>
      </p:pic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7 / 11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mage Caption"/>
          <p:cNvSpPr txBox="1"/>
          <p:nvPr/>
        </p:nvSpPr>
        <p:spPr>
          <a:xfrm>
            <a:off x="6233007" y="5971032"/>
            <a:ext cx="5410047" cy="29260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Image: globenewswire.com</a:t>
            </a:r>
          </a:p>
        </p:txBody>
      </p:sp>
      <p:sp>
        <p:nvSpPr>
          <p:cNvPr id="9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Unlocking Renewable Energy Storage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Future Directions for Renewable Energy Storage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Advancing Technologies and Innovations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5410047" cy="109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Research and development are ongoing to improve the efficiency, scalability, and affordability of renewable energy storage.</a:t>
            </a:r>
          </a:p>
        </p:txBody>
      </p:sp>
      <p:sp>
        <p:nvSpPr>
          <p:cNvPr id="4" name="Bullet List"/>
          <p:cNvSpPr txBox="1"/>
          <p:nvPr/>
        </p:nvSpPr>
        <p:spPr>
          <a:xfrm>
            <a:off x="548640" y="3018536"/>
            <a:ext cx="5410047" cy="3245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Solid-state batteries: </a:t>
            </a:r>
            <a:r>
              <a:rPr b="0">
                <a:solidFill>
                  <a:srgbClr val="1F2937"/>
                </a:solidFill>
                <a:latin typeface="Calibri"/>
              </a:rPr>
              <a:t>higher energy density with lower fire risk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Advanced materials: </a:t>
            </a:r>
            <a:r>
              <a:rPr b="0">
                <a:solidFill>
                  <a:srgbClr val="1F2937"/>
                </a:solidFill>
                <a:latin typeface="Calibri"/>
              </a:rPr>
              <a:t>improving battery performance and lifespan</a:t>
            </a:r>
          </a:p>
        </p:txBody>
      </p:sp>
      <p:pic>
        <p:nvPicPr>
          <p:cNvPr id="5" name="Slide Image" descr="8bb30da35c1dffd1178f66961136a40012ec0f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1645920"/>
            <a:ext cx="5410047" cy="4325112"/>
          </a:xfrm>
          <a:prstGeom prst="rect">
            <a:avLst/>
          </a:prstGeom>
        </p:spPr>
      </p:pic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8 / 11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mage Caption"/>
          <p:cNvSpPr txBox="1"/>
          <p:nvPr/>
        </p:nvSpPr>
        <p:spPr>
          <a:xfrm>
            <a:off x="6233007" y="5971032"/>
            <a:ext cx="5410047" cy="29260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Image: azoquantum.com</a:t>
            </a:r>
          </a:p>
        </p:txBody>
      </p:sp>
      <p:sp>
        <p:nvSpPr>
          <p:cNvPr id="9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Unlocking Renewable Energy Storage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Conclusion and Key Takeaways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Unlocking a Sustainable Future with Renewable Energy Storage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84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Renewable energy storage is crucial for making clean energy reliable and scalable. It offers numerous benefits, including reduced greenhouse gas emissions and improved grid stability.</a:t>
            </a:r>
          </a:p>
        </p:txBody>
      </p:sp>
      <p:sp>
        <p:nvSpPr>
          <p:cNvPr id="4" name="Card"/>
          <p:cNvSpPr/>
          <p:nvPr/>
        </p:nvSpPr>
        <p:spPr>
          <a:xfrm>
            <a:off x="548640" y="2762504"/>
            <a:ext cx="3515258" cy="3501136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Solid-state cells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higher energy density with lower fire risk</a:t>
            </a:r>
          </a:p>
        </p:txBody>
      </p:sp>
      <p:sp>
        <p:nvSpPr>
          <p:cNvPr id="5" name="Card"/>
          <p:cNvSpPr/>
          <p:nvPr/>
        </p:nvSpPr>
        <p:spPr>
          <a:xfrm>
            <a:off x="4338218" y="2762504"/>
            <a:ext cx="3515258" cy="3501136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Lithium-ion batteries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efficient and widely used in renewable systems</a:t>
            </a:r>
          </a:p>
        </p:txBody>
      </p:sp>
      <p:sp>
        <p:nvSpPr>
          <p:cNvPr id="6" name="Card"/>
          <p:cNvSpPr/>
          <p:nvPr/>
        </p:nvSpPr>
        <p:spPr>
          <a:xfrm>
            <a:off x="8127796" y="2762504"/>
            <a:ext cx="3515258" cy="3501136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Hybrid systems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combining multiple storage technologies for optimal performance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9 / 11</a:t>
            </a:r>
          </a:p>
        </p:txBody>
      </p:sp>
      <p:sp>
        <p:nvSpPr>
          <p:cNvPr id="8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Unlocking Renewable Energy Storage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Sources &amp; Image Credits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Research and images used in this presentation</a:t>
            </a:r>
          </a:p>
        </p:txBody>
      </p:sp>
      <p:graphicFrame>
        <p:nvGraphicFramePr>
          <p:cNvPr id="3" name="Content Table"/>
          <p:cNvGraphicFramePr>
            <a:graphicFrameLocks noGrp="1"/>
          </p:cNvGraphicFramePr>
          <p:nvPr/>
        </p:nvGraphicFramePr>
        <p:xfrm>
          <a:off x="548640" y="1645920"/>
          <a:ext cx="1109441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261"/>
                <a:gridCol w="5331154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Link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Renewable energy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en.wikipedia.org/wiki/Renewable_energy_storage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Energy Storage: Everything You Should Know - The Renewable Energy Institute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renewableinstitute.org/energy-storage-everything-you-should-know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Renewable Energy Storage Systems - discoverengineering.org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discoverengineering.org/renewable-energy-storage-systems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Energy storage: Powering the future of renewable energy - 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iso.org/renewable-energy/storage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Storage solutions for renewable energy: A review - ScienceDirect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sciencedirect.com/science/article/pii/S2772427125000324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Renewable Energy System Storage - an overview | ScienceDirect Topics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sciencedirect.com/topics/engineering/renewable-energy-system-storage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Renewable Energy Storage: Types &amp; How It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jackcooper.com/renewable-energy-storage-types-how-it-works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10 / 11</a:t>
            </a:r>
          </a:p>
        </p:txBody>
      </p:sp>
      <p:sp>
        <p:nvSpPr>
          <p:cNvPr id="5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Unlocking Renewable Energy Storage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Sources &amp; Image Credits (continued)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11094415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4700"/>
                <a:gridCol w="5009715"/>
              </a:tblGrid>
              <a:tr h="65967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Link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What Are the Types of Energy Storage? (and How They Work)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renewablesb2b.com/2026/08/13/what-are-the-types-of-energy-storage-and…</a:t>
                      </a:r>
                    </a:p>
                  </a:txBody>
                  <a:tcPr/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Image (slide: Unlocking Renewable Energy Storage) — discoverengineering.org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discoverengineering.org/renewable-energy-storage-systems</a:t>
                      </a:r>
                    </a:p>
                  </a:txBody>
                  <a:tcPr/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Image (slide: Benefits of Renewable Energy Storage) — digitaljournal.com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digitaljournal.com/tech-science/how-lifetime-emissions-of-different-e…</a:t>
                      </a:r>
                    </a:p>
                  </a:txBody>
                  <a:tcPr/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Image (slide: Challenges and Limitations of Renewable Energy Storage) — ar.inspiredpencil.com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ar.inspiredpencil.com/pictures-2023/graph-from-2000-to-2010</a:t>
                      </a:r>
                    </a:p>
                  </a:txBody>
                  <a:tcPr/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Image (slide: Data: Energy Storage Capacity by Technology (2022)) — globenewswire.com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globenewswire.com/news-release/2024/01/09/2805992/0/en/Energy-Storage…</a:t>
                      </a:r>
                    </a:p>
                  </a:txBody>
                  <a:tcPr/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Image (slide: Future Directions for Renewable Energy Storage) — azoquantum.com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azoquantum.com/News.aspx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11 / 11</a:t>
            </a:r>
          </a:p>
        </p:txBody>
      </p:sp>
      <p:sp>
        <p:nvSpPr>
          <p:cNvPr id="5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Unlocking Renewable Energy Storage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