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https://ohematerials.org/wp-content/uploads/2024/06/artificial-intelligence-in-healthcare.webp</a:t>
            </a:r>
          </a:p>
          <a:p/>
          <a:p>
            <a:r>
              <a:t>Sources:</a:t>
            </a:r>
          </a:p>
          <a:p>
            <a:r>
              <a:t>https://ohematerials.org/artificial-intelligence-in-healthcare-delivery/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https://spademarketing.ca/wp-content/uploads/2025/11/ai-healthcare-technology-1024x717.png</a:t>
            </a:r>
          </a:p>
          <a:p/>
          <a:p>
            <a:r>
              <a:t>Sources:</a:t>
            </a:r>
          </a:p>
          <a:p>
            <a:r>
              <a:t>https://spademarketing.ca/the-ai-revolution-in-medicine-how-artificial-intelligence-is-shaping-the-future-of-healthcare/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https://innovaitai.com/wp-content/uploads/2026/05/healthcare-professional-using-ai-technology-to-enhance-patient-engagement-1e62f955-0828-4a9a-a096-f86e7defd21f.jpg</a:t>
            </a:r>
          </a:p>
          <a:p/>
          <a:p>
            <a:r>
              <a:t>Sources:</a:t>
            </a:r>
          </a:p>
          <a:p>
            <a:r>
              <a:t>https://innovaitai.com/ai-lead-systems-for-healthcare-practices/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https://www.unite.ai/wp-content/uploads/2024/06/AI-Powered-Nursing.webp</a:t>
            </a:r>
          </a:p>
          <a:p/>
          <a:p>
            <a:r>
              <a:t>Sources:</a:t>
            </a:r>
          </a:p>
          <a:p>
            <a:r>
              <a:t>https://www.unite.ai/ai-powered-nursing-redefining-healthcare-in-the-modern-age/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https://images-na.ssl-images-amazon.com/images/S/compressed.photo.goodreads.com/books/1615883990i/57430359.jpg</a:t>
            </a:r>
          </a:p>
          <a:p/>
          <a:p>
            <a:r>
              <a:t>Sources:</a:t>
            </a:r>
          </a:p>
          <a:p>
            <a:r>
              <a:t>https://www.goodreads.com/book/show/57430359-artificial-intelligence-in-healthcare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https://dcassetcdn.com/design_img/2446232/517402/517402_12835581_2446232_138426d8_image.jpg</a:t>
            </a:r>
          </a:p>
          <a:p/>
          <a:p>
            <a:r>
              <a:t>Sources:</a:t>
            </a:r>
          </a:p>
          <a:p>
            <a:r>
              <a:t>https://www.designcrowd.com/design/12835581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Artificial_intelligence_in_healthcare" TargetMode="External"/><Relationship Id="rId3" Type="http://schemas.openxmlformats.org/officeDocument/2006/relationships/hyperlink" Target="https://grokipedia.com/page/Artificial_intelligence_in_healthcare" TargetMode="External"/><Relationship Id="rId4" Type="http://schemas.openxmlformats.org/officeDocument/2006/relationships/hyperlink" Target="https://mayomagazine.mayoclinic.org/2026/04/ai-in-healthcare/" TargetMode="External"/><Relationship Id="rId5" Type="http://schemas.openxmlformats.org/officeDocument/2006/relationships/hyperlink" Target="https://pmc.ncbi.nlm.nih.gov/articles/PMC12764347/" TargetMode="External"/><Relationship Id="rId6" Type="http://schemas.openxmlformats.org/officeDocument/2006/relationships/hyperlink" Target="https://pmc.ncbi.nlm.nih.gov/articles/PMC12645148/" TargetMode="External"/><Relationship Id="rId7" Type="http://schemas.openxmlformats.org/officeDocument/2006/relationships/hyperlink" Target="https://www.databricks.com/blog/ai-in-healthcare" TargetMode="External"/><Relationship Id="rId8" Type="http://schemas.openxmlformats.org/officeDocument/2006/relationships/hyperlink" Target="https://builtin.com/artificial-intelligence/artificial-intelligence-healthcare" TargetMode="External"/><Relationship Id="rId9" Type="http://schemas.openxmlformats.org/officeDocument/2006/relationships/hyperlink" Target="https://www.congress.gov/crs_external_products/R/PDF/R48319/R48319.4.pdf" TargetMode="External"/><Relationship Id="rId10" Type="http://schemas.openxmlformats.org/officeDocument/2006/relationships/hyperlink" Target="https://ohematerials.org/artificial-intelligence-in-healthcare-delivery/" TargetMode="External"/><Relationship Id="rId11" Type="http://schemas.openxmlformats.org/officeDocument/2006/relationships/hyperlink" Target="https://spademarketing.ca/the-ai-revolution-in-medicine-how-artificial-intelligence-is-shaping-the-future-of-healthcare/" TargetMode="External"/><Relationship Id="rId12" Type="http://schemas.openxmlformats.org/officeDocument/2006/relationships/hyperlink" Target="https://innovaitai.com/ai-lead-systems-for-healthcare-practices/" TargetMode="External"/><Relationship Id="rId13" Type="http://schemas.openxmlformats.org/officeDocument/2006/relationships/hyperlink" Target="https://www.unite.ai/ai-powered-nursing-redefining-healthcare-in-the-modern-age/" TargetMode="External"/><Relationship Id="rId14" Type="http://schemas.openxmlformats.org/officeDocument/2006/relationships/hyperlink" Target="https://www.goodreads.com/book/show/57430359-artificial-intelligence-in-healthcare" TargetMode="External"/><Relationship Id="rId15" Type="http://schemas.openxmlformats.org/officeDocument/2006/relationships/hyperlink" Target="https://www.designcrowd.com/design/1283558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 Image" descr="7b2b8997ca4e92c7a1cebcdc823b0059bd907686_1600.jpg"/>
          <p:cNvPicPr>
            <a:picLocks noChangeAspect="1"/>
          </p:cNvPicPr>
          <p:nvPr/>
        </p:nvPicPr>
        <p:blipFill>
          <a:blip r:embed="rId2"/>
          <a:srcRect l="27215" r="27215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Image Caption"/>
          <p:cNvSpPr txBox="1"/>
          <p:nvPr/>
        </p:nvSpPr>
        <p:spPr>
          <a:xfrm>
            <a:off x="548640" y="6419088"/>
            <a:ext cx="57150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Image: ohematerials.org</a:t>
            </a:r>
          </a:p>
        </p:txBody>
      </p:sp>
      <p:sp>
        <p:nvSpPr>
          <p:cNvPr id="4" name="Decoration Accent"/>
          <p:cNvSpPr/>
          <p:nvPr/>
        </p:nvSpPr>
        <p:spPr>
          <a:xfrm>
            <a:off x="548640" y="2148840"/>
            <a:ext cx="822960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 Title"/>
          <p:cNvSpPr txBox="1"/>
          <p:nvPr/>
        </p:nvSpPr>
        <p:spPr>
          <a:xfrm>
            <a:off x="548640" y="2331720"/>
            <a:ext cx="5715000" cy="20116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6" name="Slide Subtitle"/>
          <p:cNvSpPr txBox="1"/>
          <p:nvPr/>
        </p:nvSpPr>
        <p:spPr>
          <a:xfrm>
            <a:off x="548640" y="4434840"/>
            <a:ext cx="5715000" cy="9144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Unlocking Efficiency, Accuracy, and Patient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Introduction to AI in Healthcare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Overview of Applications and Challenges</a:t>
            </a:r>
          </a:p>
        </p:txBody>
      </p:sp>
      <p:sp>
        <p:nvSpPr>
          <p:cNvPr id="5" name="Decoration Panel"/>
          <p:cNvSpPr/>
          <p:nvPr/>
        </p:nvSpPr>
        <p:spPr>
          <a:xfrm>
            <a:off x="548640" y="1783080"/>
            <a:ext cx="4206240" cy="2677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ation Accent"/>
          <p:cNvSpPr/>
          <p:nvPr/>
        </p:nvSpPr>
        <p:spPr>
          <a:xfrm>
            <a:off x="548640" y="1783080"/>
            <a:ext cx="64008" cy="26771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 Paragraph"/>
          <p:cNvSpPr txBox="1"/>
          <p:nvPr/>
        </p:nvSpPr>
        <p:spPr>
          <a:xfrm>
            <a:off x="868680" y="2057400"/>
            <a:ext cx="3657599" cy="221996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0F2A44"/>
                </a:solidFill>
                <a:latin typeface="Calibri"/>
              </a:rPr>
              <a:t>Artificial intelligence (AI) is transforming the healthcare industry by improving diagnosis accuracy, streamlining clinical workflows, and enhancing patient care.</a:t>
            </a:r>
          </a:p>
        </p:txBody>
      </p:sp>
      <p:sp>
        <p:nvSpPr>
          <p:cNvPr id="8" name="Bullet List"/>
          <p:cNvSpPr txBox="1"/>
          <p:nvPr/>
        </p:nvSpPr>
        <p:spPr>
          <a:xfrm>
            <a:off x="5212079" y="1874519"/>
            <a:ext cx="6430975" cy="42976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Disease diagnosis: </a:t>
            </a:r>
            <a:r>
              <a:rPr sz="1800" b="0">
                <a:solidFill>
                  <a:srgbClr val="1F2937"/>
                </a:solidFill>
                <a:latin typeface="Calibri"/>
              </a:rPr>
              <a:t>AI-powered algorithms analyze medical data for early detection and treatment planning.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Clinical decision support systems: </a:t>
            </a:r>
            <a:r>
              <a:rPr sz="1800" b="0">
                <a:solidFill>
                  <a:srgbClr val="1F2937"/>
                </a:solidFill>
                <a:latin typeface="Calibri"/>
              </a:rPr>
              <a:t>AI-assisted tools provide healthcare professionals with real-time recommendations.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Patient monitoring: </a:t>
            </a:r>
            <a:r>
              <a:rPr sz="1800" b="0">
                <a:solidFill>
                  <a:srgbClr val="1F2937"/>
                </a:solidFill>
                <a:latin typeface="Calibri"/>
              </a:rPr>
              <a:t>AI-driven sensors and wearables track vital signs, detecting potential health issues.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Applications of AI in Healthcare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Diagnostic Support, Predictive Modeling, and Treatment Optimization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116128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AI is being applied in various healthcare areas, including diagnostic support, predictive modeling, treatment optimization, and administrative tasks.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3081528"/>
            <a:ext cx="5852160" cy="3090672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Machine learning models: </a:t>
            </a:r>
            <a:r>
              <a:rPr sz="1800" b="0">
                <a:solidFill>
                  <a:srgbClr val="1F2937"/>
                </a:solidFill>
                <a:latin typeface="Calibri"/>
              </a:rPr>
              <a:t>Analyze medical data for disease diagnosis and treatment planning.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Deep learning algorithms: </a:t>
            </a:r>
            <a:r>
              <a:rPr sz="1800" b="0">
                <a:solidFill>
                  <a:srgbClr val="1F2937"/>
                </a:solidFill>
                <a:latin typeface="Calibri"/>
              </a:rPr>
              <a:t>Identify patterns in large datasets to predict patient outcomes.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Natural language processing: </a:t>
            </a:r>
            <a:r>
              <a:rPr sz="1800" b="0">
                <a:solidFill>
                  <a:srgbClr val="1F2937"/>
                </a:solidFill>
                <a:latin typeface="Calibri"/>
              </a:rPr>
              <a:t>Extract insights from unstructured clinical notes.</a:t>
            </a:r>
          </a:p>
        </p:txBody>
      </p:sp>
      <p:pic>
        <p:nvPicPr>
          <p:cNvPr id="7" name="Slide Image" descr="4199abb281c8ee0ce11b5605690d52a3c5b6a39b_1600.jpg"/>
          <p:cNvPicPr>
            <a:picLocks noChangeAspect="1"/>
          </p:cNvPicPr>
          <p:nvPr/>
        </p:nvPicPr>
        <p:blipFill>
          <a:blip r:embed="rId2"/>
          <a:srcRect l="5963" r="5963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spademarketing.ca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Challenges and Concerns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Data Privacy, Algorithmic Bias, and Trust in Care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use of AI in healthcare raises concerns about data privacy, algorithmic bias, and trust in care.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Data privacy: </a:t>
            </a:r>
            <a:r>
              <a:rPr sz="1800" b="0">
                <a:solidFill>
                  <a:srgbClr val="1F2937"/>
                </a:solidFill>
                <a:latin typeface="Calibri"/>
              </a:rPr>
              <a:t>Protecting patient information from unauthorized access.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Algorithmic bias: </a:t>
            </a:r>
            <a:r>
              <a:rPr sz="1800" b="0">
                <a:solidFill>
                  <a:srgbClr val="1F2937"/>
                </a:solidFill>
                <a:latin typeface="Calibri"/>
              </a:rPr>
              <a:t>Ensuring fairness and equity in AI-driven decision-making.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Trust in care: </a:t>
            </a:r>
            <a:r>
              <a:rPr sz="1800" b="0">
                <a:solidFill>
                  <a:srgbClr val="1F2937"/>
                </a:solidFill>
                <a:latin typeface="Calibri"/>
              </a:rPr>
              <a:t>Building confidence among patients and healthcare professionals.</a:t>
            </a:r>
          </a:p>
        </p:txBody>
      </p:sp>
      <p:pic>
        <p:nvPicPr>
          <p:cNvPr id="7" name="Slide Image" descr="7ee16a6d6a466cb51212a65e59da9b298cdb100e_1600.jpg"/>
          <p:cNvPicPr>
            <a:picLocks noChangeAspect="1"/>
          </p:cNvPicPr>
          <p:nvPr/>
        </p:nvPicPr>
        <p:blipFill>
          <a:blip r:embed="rId2"/>
          <a:srcRect t="10250" b="10250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innovaitai.com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Market Growth and Projections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Expanding from USD 26.6 billion to USD 187.7 billion by 2030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11094415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healthcare AI market is expected to grow significantly, driven by increasing adoption and advancements in technology.</a:t>
            </a:r>
          </a:p>
        </p:txBody>
      </p:sp>
      <p:graphicFrame>
        <p:nvGraphicFramePr>
          <p:cNvPr id="6" name="Content Table"/>
          <p:cNvGraphicFramePr>
            <a:graphicFrameLocks noGrp="1"/>
          </p:cNvGraphicFramePr>
          <p:nvPr/>
        </p:nvGraphicFramePr>
        <p:xfrm>
          <a:off x="548640" y="2615184"/>
          <a:ext cx="694943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052"/>
                <a:gridCol w="5604387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Market Size (USD billion)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26.6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43.2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187.7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ullet List"/>
          <p:cNvSpPr txBox="1"/>
          <p:nvPr/>
        </p:nvSpPr>
        <p:spPr>
          <a:xfrm>
            <a:off x="7909559" y="2615184"/>
            <a:ext cx="3733495" cy="3557015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Current market size: </a:t>
            </a:r>
            <a:r>
              <a:rPr sz="1800" b="0">
                <a:solidFill>
                  <a:srgbClr val="1F2937"/>
                </a:solidFill>
                <a:latin typeface="Calibri"/>
              </a:rPr>
              <a:t>USD 26.6 billion (2024)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Projected growth rate: </a:t>
            </a:r>
            <a:r>
              <a:rPr sz="1800" b="0">
                <a:solidFill>
                  <a:srgbClr val="1F2937"/>
                </a:solidFill>
                <a:latin typeface="Calibri"/>
              </a:rPr>
              <a:t>600% by 2030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Expected market size: </a:t>
            </a:r>
            <a:r>
              <a:rPr sz="1800" b="0">
                <a:solidFill>
                  <a:srgbClr val="1F2937"/>
                </a:solidFill>
                <a:latin typeface="Calibri"/>
              </a:rPr>
              <a:t>USD 187.7 billion</a:t>
            </a:r>
          </a:p>
        </p:txBody>
      </p:sp>
      <p:sp>
        <p:nvSpPr>
          <p:cNvPr id="8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9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Future of AI in Healthcare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Personalized Medicine, Improved Patient Outcomes, and Enhanced Efficiency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future of AI in healthcare holds promise for personalized medicine, improved patient outcomes, and enhanced efficiency.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Personalized medicine: </a:t>
            </a:r>
            <a:r>
              <a:rPr sz="1800" b="0">
                <a:solidFill>
                  <a:srgbClr val="1F2937"/>
                </a:solidFill>
                <a:latin typeface="Calibri"/>
              </a:rPr>
              <a:t>Tailored treatment plans based on individual genetic profiles.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Improved patient outcomes: </a:t>
            </a:r>
            <a:r>
              <a:rPr sz="1800" b="0">
                <a:solidFill>
                  <a:srgbClr val="1F2937"/>
                </a:solidFill>
                <a:latin typeface="Calibri"/>
              </a:rPr>
              <a:t>Enhanced diagnosis accuracy and treatment effectiveness.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Enhanced efficiency: </a:t>
            </a:r>
            <a:r>
              <a:rPr sz="1800" b="0">
                <a:solidFill>
                  <a:srgbClr val="1F2937"/>
                </a:solidFill>
                <a:latin typeface="Calibri"/>
              </a:rPr>
              <a:t>Streamlined clinical workflows and reduced administrative burdens.</a:t>
            </a:r>
          </a:p>
        </p:txBody>
      </p:sp>
      <p:pic>
        <p:nvPicPr>
          <p:cNvPr id="7" name="Slide Image" descr="5cf465f69596f5778ed16b3d3f27593b25a42452_1600.jpg"/>
          <p:cNvPicPr>
            <a:picLocks noChangeAspect="1"/>
          </p:cNvPicPr>
          <p:nvPr/>
        </p:nvPicPr>
        <p:blipFill>
          <a:blip r:embed="rId2"/>
          <a:srcRect l="14072" r="14072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unite.ai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Sources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References for Further Reading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For further reading on AI in healthcare, refer to the sources listed below.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569464"/>
            <a:ext cx="5852160" cy="360273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Wikipedia: </a:t>
            </a:r>
            <a:r>
              <a:rPr sz="1800" b="0">
                <a:solidFill>
                  <a:srgbClr val="1F2937"/>
                </a:solidFill>
                <a:latin typeface="Calibri"/>
              </a:rPr>
              <a:t>Artificial Intelligence in Healthcare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Grokipedia: </a:t>
            </a:r>
            <a:r>
              <a:rPr sz="1800" b="0">
                <a:solidFill>
                  <a:srgbClr val="1F2937"/>
                </a:solidFill>
                <a:latin typeface="Calibri"/>
              </a:rPr>
              <a:t>Artificial Intelligence in Healthcare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Mayo Clinic: </a:t>
            </a:r>
            <a:r>
              <a:rPr sz="1800" b="0">
                <a:solidFill>
                  <a:srgbClr val="1F2937"/>
                </a:solidFill>
                <a:latin typeface="Calibri"/>
              </a:rPr>
              <a:t>The Growing Role of Artificial Intelligence in Healthcare</a:t>
            </a:r>
          </a:p>
        </p:txBody>
      </p:sp>
      <p:pic>
        <p:nvPicPr>
          <p:cNvPr id="7" name="Slide Image" descr="1945b11d101377c8a060879e829967b3425ed6cb_1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308" y="1783080"/>
            <a:ext cx="2546718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goodreads.com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References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Sources for Further Reading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For further reading on AI in healthcare, refer to the sources listed below.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569464"/>
            <a:ext cx="5852160" cy="360273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PMc: </a:t>
            </a:r>
            <a:r>
              <a:rPr sz="1800" b="0">
                <a:solidFill>
                  <a:srgbClr val="1F2937"/>
                </a:solidFill>
                <a:latin typeface="Calibri"/>
              </a:rPr>
              <a:t>Artificial Intelligence in Healthcare: A Narrative Review of Recent Developments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Databricks: </a:t>
            </a:r>
            <a:r>
              <a:rPr sz="1800" b="0">
                <a:solidFill>
                  <a:srgbClr val="1F2937"/>
                </a:solidFill>
                <a:latin typeface="Calibri"/>
              </a:rPr>
              <a:t>AI in Healthcare: Applications and Best Practices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  <a:latin typeface="Calibri"/>
              </a:rPr>
              <a:t>table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  <a:latin typeface="Calibri"/>
              </a:rPr>
              <a:t>image_query</a:t>
            </a:r>
          </a:p>
        </p:txBody>
      </p:sp>
      <p:pic>
        <p:nvPicPr>
          <p:cNvPr id="7" name="Slide Image" descr="b19e2f35187453ab4f4934052c8bce66b79d9781_1600.jpg"/>
          <p:cNvPicPr>
            <a:picLocks noChangeAspect="1"/>
          </p:cNvPicPr>
          <p:nvPr/>
        </p:nvPicPr>
        <p:blipFill>
          <a:blip r:embed="rId2"/>
          <a:srcRect l="4622" r="4622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designcrowd.com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Calibri"/>
              </a:rPr>
              <a:t>Key Takeaways and Future Directions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11094415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In conclusion, AI is transforming the healthcare industry by improving diagnosis accuracy, streamlining clinical workflows, and enhancing patient care.</a:t>
            </a:r>
          </a:p>
        </p:txBody>
      </p:sp>
      <p:sp>
        <p:nvSpPr>
          <p:cNvPr id="6" name="Card"/>
          <p:cNvSpPr/>
          <p:nvPr/>
        </p:nvSpPr>
        <p:spPr>
          <a:xfrm>
            <a:off x="548640" y="2706624"/>
            <a:ext cx="3545738" cy="2514600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ation Badge"/>
          <p:cNvSpPr/>
          <p:nvPr/>
        </p:nvSpPr>
        <p:spPr>
          <a:xfrm>
            <a:off x="777240" y="2935224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777240" y="3621024"/>
            <a:ext cx="3088538" cy="1417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AI-powered diagnostic tools improve disease detection and treatment planning.</a:t>
            </a:r>
          </a:p>
        </p:txBody>
      </p:sp>
      <p:sp>
        <p:nvSpPr>
          <p:cNvPr id="9" name="Decoration Arrow"/>
          <p:cNvSpPr/>
          <p:nvPr/>
        </p:nvSpPr>
        <p:spPr>
          <a:xfrm>
            <a:off x="4121810" y="3854196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4322978" y="2706624"/>
            <a:ext cx="3545738" cy="2514600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ation Badge"/>
          <p:cNvSpPr/>
          <p:nvPr/>
        </p:nvSpPr>
        <p:spPr>
          <a:xfrm>
            <a:off x="4551578" y="2935224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Card Text"/>
          <p:cNvSpPr txBox="1"/>
          <p:nvPr/>
        </p:nvSpPr>
        <p:spPr>
          <a:xfrm>
            <a:off x="4551578" y="3621024"/>
            <a:ext cx="3088538" cy="1417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The healthcare AI market is expected to grow significantly by 2030.</a:t>
            </a:r>
          </a:p>
        </p:txBody>
      </p:sp>
      <p:sp>
        <p:nvSpPr>
          <p:cNvPr id="13" name="Decoration Arrow"/>
          <p:cNvSpPr/>
          <p:nvPr/>
        </p:nvSpPr>
        <p:spPr>
          <a:xfrm>
            <a:off x="7896148" y="3854196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"/>
          <p:cNvSpPr/>
          <p:nvPr/>
        </p:nvSpPr>
        <p:spPr>
          <a:xfrm>
            <a:off x="8097316" y="2706624"/>
            <a:ext cx="3545738" cy="2514600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ation Badge"/>
          <p:cNvSpPr/>
          <p:nvPr/>
        </p:nvSpPr>
        <p:spPr>
          <a:xfrm>
            <a:off x="8325916" y="2935224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Card Text"/>
          <p:cNvSpPr txBox="1"/>
          <p:nvPr/>
        </p:nvSpPr>
        <p:spPr>
          <a:xfrm>
            <a:off x="8325916" y="3621024"/>
            <a:ext cx="3088538" cy="1417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Future directions include personalized medicine, improved patient outcomes, and enhanced efficiency.</a:t>
            </a:r>
          </a:p>
        </p:txBody>
      </p:sp>
      <p:sp>
        <p:nvSpPr>
          <p:cNvPr id="17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18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Sources &amp; Image Credits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Research and images used in this presentation</a:t>
            </a:r>
          </a:p>
        </p:txBody>
      </p:sp>
      <p:sp>
        <p:nvSpPr>
          <p:cNvPr id="5" name="Bullet List"/>
          <p:cNvSpPr txBox="1"/>
          <p:nvPr/>
        </p:nvSpPr>
        <p:spPr>
          <a:xfrm>
            <a:off x="548640" y="1783080"/>
            <a:ext cx="11094415" cy="43891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Artificial intelligence in healthcare</a:t>
            </a:r>
            <a:r>
              <a:rPr sz="1100" b="0">
                <a:solidFill>
                  <a:srgbClr val="0E9F9A"/>
                </a:solidFill>
                <a:latin typeface="Calibri"/>
                <a:hlinkClick r:id="rId2"/>
              </a:rPr>
              <a:t>  —  en.wikipedia.org/wiki/Artificial_intelligence_in_healthcare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Artificial intelligence in healthcare</a:t>
            </a:r>
            <a:r>
              <a:rPr sz="1100" b="0">
                <a:solidFill>
                  <a:srgbClr val="0E9F9A"/>
                </a:solidFill>
                <a:latin typeface="Calibri"/>
                <a:hlinkClick r:id="rId3"/>
              </a:rPr>
              <a:t>  —  grokipedia.com/page/Artificial_intelligence_in_healthcare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The Growing Role of Artificial Intelligence in Healthcare</a:t>
            </a:r>
            <a:r>
              <a:rPr sz="1100" b="0">
                <a:solidFill>
                  <a:srgbClr val="0E9F9A"/>
                </a:solidFill>
                <a:latin typeface="Calibri"/>
                <a:hlinkClick r:id="rId4"/>
              </a:rPr>
              <a:t>  —  mayomagazine.mayoclinic.org/2026/04/ai-in-healthcare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Artificial Intelligence in Healthcare: A Narrative Review of Recent ...</a:t>
            </a:r>
            <a:r>
              <a:rPr sz="1100" b="0">
                <a:solidFill>
                  <a:srgbClr val="0E9F9A"/>
                </a:solidFill>
                <a:latin typeface="Calibri"/>
                <a:hlinkClick r:id="rId5"/>
              </a:rPr>
              <a:t>  —  pmc.ncbi.nlm.nih.gov/articles/PMC12764347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Artificial intelligence in healthcare: applications, challenges, and ...</a:t>
            </a:r>
            <a:r>
              <a:rPr sz="1100" b="0">
                <a:solidFill>
                  <a:srgbClr val="0E9F9A"/>
                </a:solidFill>
                <a:latin typeface="Calibri"/>
                <a:hlinkClick r:id="rId6"/>
              </a:rPr>
              <a:t>  —  pmc.ncbi.nlm.nih.gov/articles/PMC12645148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AI in healthcare: applications and best practices - Databricks</a:t>
            </a:r>
            <a:r>
              <a:rPr sz="1100" b="0">
                <a:solidFill>
                  <a:srgbClr val="0E9F9A"/>
                </a:solidFill>
                <a:latin typeface="Calibri"/>
                <a:hlinkClick r:id="rId7"/>
              </a:rPr>
              <a:t>  —  databricks.com/blog/ai-in-healthcare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AI in Healthcare: Uses, Examples &amp; Benefits | Built In</a:t>
            </a:r>
            <a:r>
              <a:rPr sz="1100" b="0">
                <a:solidFill>
                  <a:srgbClr val="0E9F9A"/>
                </a:solidFill>
                <a:latin typeface="Calibri"/>
                <a:hlinkClick r:id="rId8"/>
              </a:rPr>
              <a:t>  —  builtin.com/artificial-intelligence/artificial-intelligence-healthcare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PDF Artificial Intelligence (AI) in Health Care - Congress.gov</a:t>
            </a:r>
            <a:r>
              <a:rPr sz="1100" b="0">
                <a:solidFill>
                  <a:srgbClr val="0E9F9A"/>
                </a:solidFill>
                <a:latin typeface="Calibri"/>
                <a:hlinkClick r:id="rId9"/>
              </a:rPr>
              <a:t>  —  congress.gov/crs_external_products/R/PDF/R48319/R48319.4.pdf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Revolutionizing Healthcare with Artificial Intelligence) — ohematerials.org</a:t>
            </a:r>
            <a:r>
              <a:rPr sz="1100" b="0">
                <a:solidFill>
                  <a:srgbClr val="0E9F9A"/>
                </a:solidFill>
                <a:latin typeface="Calibri"/>
                <a:hlinkClick r:id="rId10"/>
              </a:rPr>
              <a:t>  —  ohematerials.org/artificial-intelligence-in-healthcare-delivery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Applications of AI in Healthcare) — spademarketing.ca</a:t>
            </a:r>
            <a:r>
              <a:rPr sz="1100" b="0">
                <a:solidFill>
                  <a:srgbClr val="0E9F9A"/>
                </a:solidFill>
                <a:latin typeface="Calibri"/>
                <a:hlinkClick r:id="rId11"/>
              </a:rPr>
              <a:t>  —  spademarketing.ca/the-ai-revolution-in-medicine-how-artificial-intell…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Challenges and Concerns) — innovaitai.com</a:t>
            </a:r>
            <a:r>
              <a:rPr sz="1100" b="0">
                <a:solidFill>
                  <a:srgbClr val="0E9F9A"/>
                </a:solidFill>
                <a:latin typeface="Calibri"/>
                <a:hlinkClick r:id="rId12"/>
              </a:rPr>
              <a:t>  —  innovaitai.com/ai-lead-systems-for-healthcare-practices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Future of AI in Healthcare) — unite.ai</a:t>
            </a:r>
            <a:r>
              <a:rPr sz="1100" b="0">
                <a:solidFill>
                  <a:srgbClr val="0E9F9A"/>
                </a:solidFill>
                <a:latin typeface="Calibri"/>
                <a:hlinkClick r:id="rId13"/>
              </a:rPr>
              <a:t>  —  unite.ai/ai-powered-nursing-redefining-healthcare-in-the-modern-age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Sources) — goodreads.com</a:t>
            </a:r>
            <a:r>
              <a:rPr sz="1100" b="0">
                <a:solidFill>
                  <a:srgbClr val="0E9F9A"/>
                </a:solidFill>
                <a:latin typeface="Calibri"/>
                <a:hlinkClick r:id="rId14"/>
              </a:rPr>
              <a:t>  —  goodreads.com/book/show/57430359-artificial-intelligence-in-healthcare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References) — designcrowd.com</a:t>
            </a:r>
            <a:r>
              <a:rPr sz="1100" b="0">
                <a:solidFill>
                  <a:srgbClr val="0E9F9A"/>
                </a:solidFill>
                <a:latin typeface="Calibri"/>
                <a:hlinkClick r:id="rId15"/>
              </a:rPr>
              <a:t>  —  designcrowd.com/design/12835581</a:t>
            </a:r>
          </a:p>
        </p:txBody>
      </p:sp>
      <p:sp>
        <p:nvSpPr>
          <p:cNvPr id="6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Revolutionizing Healthcare with Artificial Intelligence</a:t>
            </a:r>
          </a:p>
        </p:txBody>
      </p:sp>
      <p:sp>
        <p:nvSpPr>
          <p:cNvPr id="7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