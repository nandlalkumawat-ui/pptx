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Calibri"/>
              </a:defRPr>
            </a:pPr>
            <a:r>
              <a:t>The Role of Artificial Intelligence in Early Disease Detection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Transforming Healthcare with AI-Powered Diagnostics</a:t>
            </a:r>
          </a:p>
        </p:txBody>
      </p:sp>
      <p:pic>
        <p:nvPicPr>
          <p:cNvPr id="4" name="Slide Image" descr="02e519aaea9964aa7edb5996c4913f853fdccb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statusneo.com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Impact of AI in Early Disease Detection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61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Artificial Intelligence (AI) is revolutionizing the field of healthcare by enabling early disease detection, which can significantly improve treatment outcomes and patient quality of life.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530600"/>
            <a:ext cx="5410047" cy="273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Early disease detection is critical for improving treatment outcomes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AI-powered diagnostics can reduce healthcare costs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AI can enhance patient quality of life</a:t>
            </a:r>
          </a:p>
        </p:txBody>
      </p:sp>
      <p:pic>
        <p:nvPicPr>
          <p:cNvPr id="5" name="Slide Image" descr="f24778152196de4c58862b6a62a827c19e54f2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scribd.com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  ·  Sources [1], [2]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Key Concepts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Understanding AI in Early Disease Detection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Deep Learning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 subset of machine learning that enables AI systems to learn from data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Natural Language Processing (NLP)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Enabling AI systems to understand and analyze medical texts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Computer Vision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Allowing AI systems to analyze medical images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Current Situation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AI Applications in Early Disease Detection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According to a study, AI systems have been shown to detect diseases such as cancer and diabetic retinopathy with high accuracy.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3225"/>
                <a:gridCol w="2326822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accuracy in disease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cost of implementing AI systems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Enhanced patient care through early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Risk of bias in AI algorithms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Reduced healthcare costs through early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Limited availability of AI expertise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Cancer detection: </a:t>
            </a:r>
            <a:r>
              <a:rPr b="0">
                <a:solidFill>
                  <a:srgbClr val="1F2937"/>
                </a:solidFill>
                <a:latin typeface="Calibri"/>
              </a:rPr>
              <a:t>AI-powered algorithms can analyze medical images and patient data to identify cancerous tissues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Diabetic Retinopathy detection: </a:t>
            </a:r>
            <a:r>
              <a:rPr b="0">
                <a:solidFill>
                  <a:srgbClr val="1F2937"/>
                </a:solidFill>
                <a:latin typeface="Calibri"/>
              </a:rPr>
              <a:t>AI systems can analyze retinal scans to detect early signs of the disease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Mental health issues: </a:t>
            </a:r>
            <a:r>
              <a:rPr b="0">
                <a:solidFill>
                  <a:srgbClr val="1F2937"/>
                </a:solidFill>
                <a:latin typeface="Calibri"/>
              </a:rPr>
              <a:t>AI-powered chatbots can analyze patient conversations to detect mental health issues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  ·  Sources [3], [4]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Industry-Specific Use Cases for AI in Early Disease Detection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Cancer diagnosis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AI-powered algorithms can analyze medical images and patient data to identify cancerous tissues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Cardiovascular disease detection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AI systems can analyze ECG and echocardiogram data to detect early signs of the disease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Ophthalmic disease detection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AI-powered algorithms can analyze retinal scans to detect early signs of diseases such as diabetic retinopathy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Pros and Cons of AI-Powered Diagnostics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According to a study, AI-powered diagnostics can reduce healthcare costs and improve treatment outcomes.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197"/>
                <a:gridCol w="233785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accuracy in disease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cost of implementing AI systems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Enhanced patient care through early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Risk of bias in AI algorithms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accuracy in disease detection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Enhanced patient care through early intervention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Reduced healthcare costs through early detection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  ·  Sources [5]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Developments in AI-Powered Diagnostics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use of AI in early disease detection is expected to continue growing, with a projected increase in the adoption of AI-powered diagnostics by 2025.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use of deep learning algorithms for image analysis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Improved accuracy in disease detection through the use of natural language processing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Forecasted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Enhanced patient care through early intervention and reduced healthcare costs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 in Industries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Real-World Use Cases for AI-Powered Diagnostics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Cancer diagnosis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AI-powered algorithms can analyze medical images and patient data to identify cancerous tissues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Cardiovascular disease detection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AI systems can analyze ECG and echocardiogram data to detect early signs of the disease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Ophthalmic disease detection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AI-powered algorithms can analyze retinal scans to detect early signs of diseases such as diabetic retinopathy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Pros and Cons of AI-Powered Diagnostics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According to a study, AI-powered diagnostics can reduce healthcare costs and improve treatment outcomes.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197"/>
                <a:gridCol w="233785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accuracy in disease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cost of implementing AI systems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Enhanced patient care through early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Risk of bias in AI algorithms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accuracy in disease detection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Enhanced patient care through early intervention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Reduced healthcare costs through early detection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  ·  Sources [5]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Developments in AI-Powered Diagnostics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use of AI in early disease detection is expected to continue growing, with a projected increase in the adoption of AI-powered diagnostics by 2025.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use of deep learning algorithms for image analysis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Improved accuracy in disease detection through the use of natural language processing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Forecasted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Enhanced patient care through early intervention and reduced healthcare costs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554"/>
                <a:gridCol w="5488861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[1] The Role of Artificial Intelligence in Early Disease Detection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ijsr.net/getabstract.php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[2] The Role of Artificial Intelligence in Early Disease Detection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researchcorridor.org/mjh/article/view/52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[3] The Role of Artificial Intelligence in Early Disease Detection: Current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gjeac.com/index.php/GJEAIC/article/view/1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[4] PDF The Role of Artificial Intelligence in Early Disease Detection: Current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researchgate.net/profile/Noman-Abid/publication/388731133_Global_Jour…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[5] The Role of Artificial Intelligence in Early Disease Detection ... - Neliti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neliti.com/publications/592479/the-role-of-artificial-intelligence-in…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[6] PDF The Role of AI in Early Disease Detection and Diagnostics.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alliedacademies.org/articles/the-role-of-ai-in-early-disease-detectio…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[7] Early Detection of Diseases Using AI: An Overview of ... - ResearchGate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researchgate.net/publication/392959781_Early_Detection_of_Diseases_Us…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5265"/>
                <a:gridCol w="504915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[8] PDF The Role of Artificial Intelligence in Early Disease 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rojournals.org/wp-content/uploads/2024/09/ROJBAS-33-P6.pdf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The Role of Artificial Intelligence in Early Disease Detection) — statusneo.com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statusneo.com/tech-for-early-disease-detection-advancements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Introduction) — scribd.com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scribd.com/presentation/821350635/Early-Disease-Detection-Harnessing-…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The Role of Artificial Intelligence in Early Disease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