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Rise of Digital Payments and Cashless Economies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Transforming Financial Infrastructure</a:t>
            </a:r>
          </a:p>
        </p:txBody>
      </p:sp>
      <p:pic>
        <p:nvPicPr>
          <p:cNvPr id="4" name="Slide Image" descr="f00a5e7edaec6f22d5276a76fa1ce00d16b13f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bulbapp.io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Shift Towards Digital Payments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61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Digital payments have revolutionized the way we conduct financial transactions. The rise of cashless economies is driven by technological advancements, consumer demand, and policy initiatives.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530600"/>
            <a:ext cx="5410047" cy="273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Digital payment systems are one of the significant building blocks of modern financial infrastructure.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Mobile computing, real-time communication networks, cryptography, and API interoperability have enabled digital payments.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The shift towards cashless economies is transforming the global financial landscape.</a:t>
            </a:r>
          </a:p>
        </p:txBody>
      </p:sp>
      <p:pic>
        <p:nvPicPr>
          <p:cNvPr id="5" name="Slide Image" descr="5811e231a5a262cc185778e53bb7efdeb596f5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newsletter.pragmaticengineer.com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Key Concepts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Essential Components of Digital Payments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Mobile payments and digital wallets.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Cryptocurrencies and contactless transactions.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API interoperability and real-time communication networks.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Current Situation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Accelerating Shift Towards Cashless Economies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rise of digital payments has accelerated the shift towards cashless economies worldwide. According to a recent report, the global digital payment market is expected to reach $14 trillion by 2026.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3018536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0578"/>
                <a:gridCol w="2599469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Cybersecurity risks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Convenience and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Dependence on technology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transaction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for inequality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The global digital payment market is projected to reach $14 trillion by 2026.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Digital payments have increased by 20% in the past year alone.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Cashless transactions now account for over 50% of all financial transactions worldwide.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[2], [3]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Practical Uses in Various Industries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E-commerce and online shopping.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Mobile banking and financial services.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Contactless payments and digital wallets.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Pros and Cons of Cashless Economies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While cashless economies offer several benefits, they also pose significant challenges. A recent report highlights the need for balanced policies to mitigate these risks.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0578"/>
                <a:gridCol w="2599469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Cybersecurity risks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Convenience and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Dependence on technology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transaction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for inequality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efficiency and reduced transaction costs.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Convenience and accessibility for consumers.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Potential for inequality and cybersecurity risks.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Developments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digital payments is expected to be shaped by emerging trends such as cryptocurrencies, contactless transactions, and artificial intelligence.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Cryptocurrencies are expected to become increasingly popular for cross-border transactions.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Contactless transactions will continue to grow in popularity, especially among younger consumers.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Artificial intelligence will play a key role in enhancing the security and efficiency of digital payments.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Developments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digital payments is expected to be shaped by emerging trends such as cryptocurrencies, contactless transactions, and artificial intelligence.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The use of biometric authentication will become more widespread.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Blockchain technology will continue to improve the security and transparency of digital payments.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Mobile wallets will play a key role in driving the adoption of cashless economies.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Developments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digital payments is expected to be shaped by emerging trends such as cryptocurrencies, contactless transactions, and artificial intelligence.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The adoption of cashless economies will continue to grow in developing countries.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Digital payment systems will become increasingly integrated with other financial services.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The use of AI-powered chatbots will become more common for customer support.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  ·  Sources [3]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Conclusion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Key Takeaways and Recommendations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rise of digital payments and cashless economies is transforming the global financial landscape. Key takeaways include the need for balanced policies, increased efficiency, and reduced transaction costs.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3018536"/>
            <a:ext cx="3515258" cy="3245104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000">
                <a:solidFill>
                  <a:srgbClr val="FFFFFF"/>
                </a:solidFill>
                <a:latin typeface="Calibri"/>
              </a:defRPr>
            </a:pPr>
            <a:r>
              <a:t>Implement policies to balance the benefits and challenges of cashless economies.</a:t>
            </a:r>
          </a:p>
        </p:txBody>
      </p:sp>
      <p:sp>
        <p:nvSpPr>
          <p:cNvPr id="5" name="Card"/>
          <p:cNvSpPr/>
          <p:nvPr/>
        </p:nvSpPr>
        <p:spPr>
          <a:xfrm>
            <a:off x="4338218" y="3018536"/>
            <a:ext cx="3515258" cy="3245104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1700">
                <a:solidFill>
                  <a:srgbClr val="FFFFFF"/>
                </a:solidFill>
                <a:latin typeface="Calibri"/>
              </a:defRPr>
            </a:pPr>
            <a:r>
              <a:t>Invest in infrastructure to support digital payments and contactless transactions.</a:t>
            </a:r>
          </a:p>
        </p:txBody>
      </p:sp>
      <p:sp>
        <p:nvSpPr>
          <p:cNvPr id="6" name="Card"/>
          <p:cNvSpPr/>
          <p:nvPr/>
        </p:nvSpPr>
        <p:spPr>
          <a:xfrm>
            <a:off x="8127796" y="3018536"/>
            <a:ext cx="3515258" cy="3245104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Educate consumers about the risks and benefits of digital payments.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1219"/>
                <a:gridCol w="5483196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[1] The Evolution of Digital Payments and the Rise of Cashless Economies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ieeexplore.ieee.org/document/11452023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[2] The Rise of Digital Payments and the Cashless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unicaf.org/the-rise-of-digital-payments-and-the-cashless-economy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[3] Digital Payment Systems and the Future of Cashless Economies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researchgate.net/publication/390486728_Digital_Payment_Systems_and_th…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[4] The Rise of Cashless Economies Worldwide - thefinrate.com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thefinrate.com/the-rise-of-cashless-economies-worldwide-trends-and-fu…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[5] Cashless Economy: Advantages and Risks of a Cashless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ajg.com/news-and-insights/features/cashless-economies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[6] Digital Payment Systems and the Rise of Cashless Economies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linkedin.com/pulse/digital-payment-systems-rise-cashless-economies-bi…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[7] Cashless Payment Systems: The Cashless Revolution: How ... - FasterCapital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fastercapital.com/content/Cashless-Payment-Systems--The-Cashless-Revo…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1614"/>
                <a:gridCol w="5432801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[8] Cashless Economy Statistics 2026: Digital Payment Surge • CoinLaw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coinlaw.io/cashless-economy-statistics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The Rise of Digital Payments and Cashless Economies) — bulbapp.io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bulbapp.io/p/f20c33aa-bd51-42e4-9d53-5d03c3b1518c/the-future-of-payme…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Introduction) — newsletter.pragmaticengineer.com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newsletter.pragmaticengineer.com/p/designing-a-payment-system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Rise of Digital Payments and Cashless Economies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