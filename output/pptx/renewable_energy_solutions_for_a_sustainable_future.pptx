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5486400" cy="5852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Renewable Energy Solutions for a Sustainable Future</a:t>
            </a:r>
          </a:p>
          <a:p>
            <a:pPr algn="l">
              <a:defRPr sz="1800">
                <a:solidFill>
                  <a:srgbClr val="CBD5E1"/>
                </a:solidFill>
                <a:latin typeface="Calibri"/>
              </a:defRPr>
            </a:pPr>
            <a:r>
              <a:t>Harnessing Natural Resources for a Cleaner Tomorrow</a:t>
            </a:r>
          </a:p>
        </p:txBody>
      </p:sp>
      <p:pic>
        <p:nvPicPr>
          <p:cNvPr id="4" name="Slide Image" descr="65def58a250b073191394497902e024e36e75f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5" name="Hero Credit"/>
          <p:cNvSpPr txBox="1"/>
          <p:nvPr/>
        </p:nvSpPr>
        <p:spPr>
          <a:xfrm>
            <a:off x="6583680" y="6446520"/>
            <a:ext cx="5425135" cy="3200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Image: ar.inspiredpencil.com</a:t>
            </a:r>
          </a:p>
        </p:txBody>
      </p:sp>
      <p:sp>
        <p:nvSpPr>
          <p:cNvPr id="6" name="Accent Bar"/>
          <p:cNvSpPr/>
          <p:nvPr/>
        </p:nvSpPr>
        <p:spPr>
          <a:xfrm>
            <a:off x="548640" y="1691640"/>
            <a:ext cx="1097280" cy="73152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5410047" cy="2171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The world is shifting towards renewable energy solutions as a sustainable future becomes increasingly important. Renewable energy is derived from natural resources that are abundant and continuously replenished, making it key to a safer, cleaner, and more sustainable world.</a:t>
            </a:r>
          </a:p>
        </p:txBody>
      </p:sp>
      <p:sp>
        <p:nvSpPr>
          <p:cNvPr id="4" name="Bullet List"/>
          <p:cNvSpPr txBox="1"/>
          <p:nvPr/>
        </p:nvSpPr>
        <p:spPr>
          <a:xfrm>
            <a:off x="548640" y="4091940"/>
            <a:ext cx="5410047" cy="2171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The United Nations emphasizes the importance of renewable energy in powering a safer future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sources: </a:t>
            </a:r>
            <a:r>
              <a:rPr b="0">
                <a:solidFill>
                  <a:srgbClr val="1F2937"/>
                </a:solidFill>
                <a:latin typeface="Calibri"/>
              </a:rPr>
              <a:t>[2]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image_query: </a:t>
            </a:r>
            <a:r>
              <a:rPr b="0">
                <a:solidFill>
                  <a:srgbClr val="1F2937"/>
                </a:solidFill>
                <a:latin typeface="Calibri"/>
              </a:rPr>
              <a:t>A diagram illustrating the different types of renewable energy sources</a:t>
            </a:r>
          </a:p>
        </p:txBody>
      </p:sp>
      <p:pic>
        <p:nvPicPr>
          <p:cNvPr id="5" name="Slide Image" descr="1bb8f0db354db37c965f2553baabb5c77f0e46b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7" y="1645920"/>
            <a:ext cx="5410047" cy="4325112"/>
          </a:xfrm>
          <a:prstGeom prst="rect">
            <a:avLst/>
          </a:prstGeom>
        </p:spPr>
      </p:pic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2 / 12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mage Caption"/>
          <p:cNvSpPr txBox="1"/>
          <p:nvPr/>
        </p:nvSpPr>
        <p:spPr>
          <a:xfrm>
            <a:off x="6233007" y="5971032"/>
            <a:ext cx="5410047" cy="292608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Image: enroniq.com</a:t>
            </a:r>
          </a:p>
        </p:txBody>
      </p:sp>
      <p:sp>
        <p:nvSpPr>
          <p:cNvPr id="9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Renewable Energy Solutions for a Sustainable Future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3" name="Card"/>
          <p:cNvSpPr/>
          <p:nvPr/>
        </p:nvSpPr>
        <p:spPr>
          <a:xfrm>
            <a:off x="548640" y="1645920"/>
            <a:ext cx="5410047" cy="21717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Calibri"/>
              </a:defRPr>
            </a:pPr>
            <a:r>
              <a:t>Solar Energy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Harnessing the power of sunlight to generate electricity</a:t>
            </a:r>
          </a:p>
        </p:txBody>
      </p:sp>
      <p:sp>
        <p:nvSpPr>
          <p:cNvPr id="4" name="Card"/>
          <p:cNvSpPr/>
          <p:nvPr/>
        </p:nvSpPr>
        <p:spPr>
          <a:xfrm>
            <a:off x="6233007" y="1645920"/>
            <a:ext cx="5410047" cy="21717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Calibri"/>
              </a:defRPr>
            </a:pPr>
            <a:r>
              <a:t>Wind Energy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Utilizing wind turbines to convert kinetic energy into electricity</a:t>
            </a:r>
          </a:p>
        </p:txBody>
      </p:sp>
      <p:sp>
        <p:nvSpPr>
          <p:cNvPr id="5" name="Card"/>
          <p:cNvSpPr/>
          <p:nvPr/>
        </p:nvSpPr>
        <p:spPr>
          <a:xfrm>
            <a:off x="548640" y="4091940"/>
            <a:ext cx="5410047" cy="21717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Calibri"/>
              </a:defRPr>
            </a:pPr>
            <a:r>
              <a:t>Hydropower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Tapping into the energy potential of water to generate electricity</a:t>
            </a:r>
          </a:p>
        </p:txBody>
      </p:sp>
      <p:sp>
        <p:nvSpPr>
          <p:cNvPr id="6" name="Card"/>
          <p:cNvSpPr/>
          <p:nvPr/>
        </p:nvSpPr>
        <p:spPr>
          <a:xfrm>
            <a:off x="6233007" y="4091940"/>
            <a:ext cx="5410047" cy="217170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Calibri"/>
              </a:defRPr>
            </a:pPr>
            <a:r>
              <a:t>Energy Efficiency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Improving the way we use energy to reduce waste and consumption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3 / 12</a:t>
            </a:r>
          </a:p>
        </p:txBody>
      </p:sp>
      <p:sp>
        <p:nvSpPr>
          <p:cNvPr id="8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Renewable Energy Solutions for a Sustainable Future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Current Situation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11094415" cy="842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According to the ScienceDirect, renewable energy is expected to increase from 11% today to 28% of the total primary energy consumed worldwide by 2050.</a:t>
            </a:r>
          </a:p>
        </p:txBody>
      </p:sp>
      <p:graphicFrame>
        <p:nvGraphicFramePr>
          <p:cNvPr id="4" name="Content Table"/>
          <p:cNvGraphicFramePr>
            <a:graphicFrameLocks noGrp="1"/>
          </p:cNvGraphicFramePr>
          <p:nvPr/>
        </p:nvGraphicFramePr>
        <p:xfrm>
          <a:off x="548640" y="2762504"/>
          <a:ext cx="5410047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6651"/>
                <a:gridCol w="2293396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Benefits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Challenges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Increased Energy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High Upfront Costs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Reduced Greenhouse Gas Emissions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Intermittent Energy Supply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Improved Air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Land Use Requirements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Bullet List"/>
          <p:cNvSpPr txBox="1"/>
          <p:nvPr/>
        </p:nvSpPr>
        <p:spPr>
          <a:xfrm>
            <a:off x="6233007" y="2762504"/>
            <a:ext cx="5410047" cy="3501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Renewable energy is fundamental in building a sustainable future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sources: </a:t>
            </a:r>
            <a:r>
              <a:rPr b="0">
                <a:solidFill>
                  <a:srgbClr val="1F2937"/>
                </a:solidFill>
                <a:latin typeface="Calibri"/>
              </a:rPr>
              <a:t>[4]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image_query: </a:t>
            </a:r>
            <a:r>
              <a:rPr b="0">
                <a:solidFill>
                  <a:srgbClr val="1F2937"/>
                </a:solidFill>
                <a:latin typeface="Calibri"/>
              </a:rPr>
              <a:t>A graph illustrating the growth of renewable energy consumption over time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4 / 12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Renewable Energy Solutions for a Sustainable Future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Applications</a:t>
            </a:r>
          </a:p>
        </p:txBody>
      </p:sp>
      <p:sp>
        <p:nvSpPr>
          <p:cNvPr id="3" name="Card"/>
          <p:cNvSpPr/>
          <p:nvPr/>
        </p:nvSpPr>
        <p:spPr>
          <a:xfrm>
            <a:off x="548640" y="1645920"/>
            <a:ext cx="3515258" cy="461772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Calibri"/>
              </a:defRPr>
            </a:pPr>
            <a:r>
              <a:t>Solar Power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Used in residential and commercial buildings for electricity generation</a:t>
            </a:r>
          </a:p>
        </p:txBody>
      </p:sp>
      <p:sp>
        <p:nvSpPr>
          <p:cNvPr id="4" name="Card"/>
          <p:cNvSpPr/>
          <p:nvPr/>
        </p:nvSpPr>
        <p:spPr>
          <a:xfrm>
            <a:off x="4338218" y="1645920"/>
            <a:ext cx="3515258" cy="461772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Calibri"/>
              </a:defRPr>
            </a:pPr>
            <a:r>
              <a:t>Wind Power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Utilized in wind farms to generate electricity on a large scale</a:t>
            </a:r>
          </a:p>
        </p:txBody>
      </p:sp>
      <p:sp>
        <p:nvSpPr>
          <p:cNvPr id="5" name="Card"/>
          <p:cNvSpPr/>
          <p:nvPr/>
        </p:nvSpPr>
        <p:spPr>
          <a:xfrm>
            <a:off x="8127796" y="1645920"/>
            <a:ext cx="3515258" cy="461772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Calibri"/>
              </a:defRPr>
            </a:pPr>
            <a:r>
              <a:t>Hydropower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Tapped into for electricity generation in hydroelectric power plants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5 / 12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Renewable Energy Solutions for a Sustainable Future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Benefits and Challenges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11094415" cy="842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The benefits of renewable energy include increased energy security, reduced greenhouse gas emissions, and improved air quality.</a:t>
            </a:r>
          </a:p>
        </p:txBody>
      </p:sp>
      <p:graphicFrame>
        <p:nvGraphicFramePr>
          <p:cNvPr id="4" name="Content Table"/>
          <p:cNvGraphicFramePr>
            <a:graphicFrameLocks noGrp="1"/>
          </p:cNvGraphicFramePr>
          <p:nvPr/>
        </p:nvGraphicFramePr>
        <p:xfrm>
          <a:off x="548640" y="2762504"/>
          <a:ext cx="5410047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6651"/>
                <a:gridCol w="2293396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Benefits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Challenges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Increased Energy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High Upfront Costs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Reduced Greenhouse Gas Emissions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Intermittent Energy Supply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Improved Air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Land Use Requirements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Bullet List"/>
          <p:cNvSpPr txBox="1"/>
          <p:nvPr/>
        </p:nvSpPr>
        <p:spPr>
          <a:xfrm>
            <a:off x="6233007" y="2762504"/>
            <a:ext cx="5410047" cy="3501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Renewable energy is fundamental in building a sustainable future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sources: </a:t>
            </a:r>
            <a:r>
              <a:rPr b="0">
                <a:solidFill>
                  <a:srgbClr val="1F2937"/>
                </a:solidFill>
                <a:latin typeface="Calibri"/>
              </a:rPr>
              <a:t>[4]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image_query: </a:t>
            </a:r>
            <a:r>
              <a:rPr b="0">
                <a:solidFill>
                  <a:srgbClr val="1F2937"/>
                </a:solidFill>
                <a:latin typeface="Calibri"/>
              </a:rPr>
              <a:t>A table illustrating the benefits and challenges of renewable energy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6 / 12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Renewable Energy Solutions for a Sustainable Future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Future Scope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11094415" cy="842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Emerging trends in renewable energy include the development of green technologies, such as solar panels and wind turbines.</a:t>
            </a:r>
          </a:p>
        </p:txBody>
      </p:sp>
      <p:sp>
        <p:nvSpPr>
          <p:cNvPr id="4" name="Process Step"/>
          <p:cNvSpPr/>
          <p:nvPr/>
        </p:nvSpPr>
        <p:spPr>
          <a:xfrm>
            <a:off x="548640" y="3427222"/>
            <a:ext cx="3625748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The expected growth of renewable energy by 2050</a:t>
            </a:r>
          </a:p>
        </p:txBody>
      </p:sp>
      <p:sp>
        <p:nvSpPr>
          <p:cNvPr id="5" name="Process Step"/>
          <p:cNvSpPr/>
          <p:nvPr/>
        </p:nvSpPr>
        <p:spPr>
          <a:xfrm>
            <a:off x="4282973" y="3427222"/>
            <a:ext cx="3625748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sources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[4]</a:t>
            </a:r>
          </a:p>
        </p:txBody>
      </p:sp>
      <p:sp>
        <p:nvSpPr>
          <p:cNvPr id="6" name="Process Step"/>
          <p:cNvSpPr/>
          <p:nvPr/>
        </p:nvSpPr>
        <p:spPr>
          <a:xfrm>
            <a:off x="8017306" y="3427222"/>
            <a:ext cx="3625748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image_query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A diagram illustrating the expected growth of renewable energy over time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74388" y="4513072"/>
            <a:ext cx="108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908721" y="4513072"/>
            <a:ext cx="108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7 / 12</a:t>
            </a:r>
          </a:p>
        </p:txBody>
      </p:sp>
      <p:sp>
        <p:nvSpPr>
          <p:cNvPr id="10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Renewable Energy Solutions for a Sustainable Future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Applications in Industries</a:t>
            </a:r>
          </a:p>
        </p:txBody>
      </p:sp>
      <p:sp>
        <p:nvSpPr>
          <p:cNvPr id="3" name="Card"/>
          <p:cNvSpPr/>
          <p:nvPr/>
        </p:nvSpPr>
        <p:spPr>
          <a:xfrm>
            <a:off x="548640" y="1645920"/>
            <a:ext cx="3515258" cy="461772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Calibri"/>
              </a:defRPr>
            </a:pPr>
            <a:r>
              <a:t>Solar Power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Used in residential and commercial buildings for electricity generation</a:t>
            </a:r>
          </a:p>
        </p:txBody>
      </p:sp>
      <p:sp>
        <p:nvSpPr>
          <p:cNvPr id="4" name="Card"/>
          <p:cNvSpPr/>
          <p:nvPr/>
        </p:nvSpPr>
        <p:spPr>
          <a:xfrm>
            <a:off x="4338218" y="1645920"/>
            <a:ext cx="3515258" cy="461772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Calibri"/>
              </a:defRPr>
            </a:pPr>
            <a:r>
              <a:t>Wind Power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Utilized in wind farms to generate electricity on a large scale</a:t>
            </a:r>
          </a:p>
        </p:txBody>
      </p:sp>
      <p:sp>
        <p:nvSpPr>
          <p:cNvPr id="5" name="Card"/>
          <p:cNvSpPr/>
          <p:nvPr/>
        </p:nvSpPr>
        <p:spPr>
          <a:xfrm>
            <a:off x="8127796" y="1645920"/>
            <a:ext cx="3515258" cy="461772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/>
          <a:lstStyle/>
          <a:p>
            <a:pPr algn="l">
              <a:spcAft>
                <a:spcPts val="600"/>
              </a:spcAft>
              <a:defRPr sz="2000" b="1">
                <a:solidFill>
                  <a:srgbClr val="1F2937"/>
                </a:solidFill>
                <a:latin typeface="Calibri"/>
              </a:defRPr>
            </a:pPr>
            <a:r>
              <a:t>Hydropower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F2937"/>
                </a:solidFill>
                <a:latin typeface="Calibri"/>
              </a:defRPr>
            </a:pPr>
            <a:r>
              <a:t>Tapped into for electricity generation in hydroelectric power plants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8 / 12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Renewable Energy Solutions for a Sustainable Future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Benefits and Challenges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11094415" cy="842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The benefits of renewable energy include increased energy security, reduced greenhouse gas emissions, and improved air quality.</a:t>
            </a:r>
          </a:p>
        </p:txBody>
      </p:sp>
      <p:graphicFrame>
        <p:nvGraphicFramePr>
          <p:cNvPr id="4" name="Content Table"/>
          <p:cNvGraphicFramePr>
            <a:graphicFrameLocks noGrp="1"/>
          </p:cNvGraphicFramePr>
          <p:nvPr/>
        </p:nvGraphicFramePr>
        <p:xfrm>
          <a:off x="548640" y="2762504"/>
          <a:ext cx="5410047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6651"/>
                <a:gridCol w="2293396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Benefits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Challenges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Increased Energy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High Upfront Costs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Reduced Greenhouse Gas Emissions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Intermittent Energy Supply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Improved Air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Land Use Requirements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Bullet List"/>
          <p:cNvSpPr txBox="1"/>
          <p:nvPr/>
        </p:nvSpPr>
        <p:spPr>
          <a:xfrm>
            <a:off x="6233007" y="2762504"/>
            <a:ext cx="5410047" cy="3501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• Renewable energy is fundamental in building a sustainable future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sources: </a:t>
            </a:r>
            <a:r>
              <a:rPr b="0">
                <a:solidFill>
                  <a:srgbClr val="1F2937"/>
                </a:solidFill>
                <a:latin typeface="Calibri"/>
              </a:rPr>
              <a:t>[4]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 b="1">
                <a:solidFill>
                  <a:srgbClr val="0F2A44"/>
                </a:solidFill>
                <a:latin typeface="Calibri"/>
              </a:rPr>
              <a:t>• image_query: </a:t>
            </a:r>
            <a:r>
              <a:rPr b="0">
                <a:solidFill>
                  <a:srgbClr val="1F2937"/>
                </a:solidFill>
                <a:latin typeface="Calibri"/>
              </a:rPr>
              <a:t>A table illustrating the benefits and challenges of renewable energy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9 / 12</a:t>
            </a:r>
          </a:p>
        </p:txBody>
      </p:sp>
      <p:sp>
        <p:nvSpPr>
          <p:cNvPr id="7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Renewable Energy Solutions for a Sustainable Future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Emerging Trends</a:t>
            </a:r>
          </a:p>
        </p:txBody>
      </p:sp>
      <p:sp>
        <p:nvSpPr>
          <p:cNvPr id="3" name="Body Paragraph"/>
          <p:cNvSpPr txBox="1"/>
          <p:nvPr/>
        </p:nvSpPr>
        <p:spPr>
          <a:xfrm>
            <a:off x="548640" y="1645920"/>
            <a:ext cx="11094415" cy="842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rPr>
                <a:solidFill>
                  <a:srgbClr val="1F2937"/>
                </a:solidFill>
                <a:latin typeface="Calibri"/>
              </a:rPr>
              <a:t>The future of renewable energy is expected to be shaped by emerging trends, including the development of green technologies and the growth of renewable energy consumption.</a:t>
            </a:r>
          </a:p>
        </p:txBody>
      </p:sp>
      <p:sp>
        <p:nvSpPr>
          <p:cNvPr id="4" name="Process Step"/>
          <p:cNvSpPr/>
          <p:nvPr/>
        </p:nvSpPr>
        <p:spPr>
          <a:xfrm>
            <a:off x="548640" y="3427222"/>
            <a:ext cx="3625748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The projected increase in renewable energy consumption by 2050</a:t>
            </a:r>
          </a:p>
        </p:txBody>
      </p:sp>
      <p:sp>
        <p:nvSpPr>
          <p:cNvPr id="5" name="Process Step"/>
          <p:cNvSpPr/>
          <p:nvPr/>
        </p:nvSpPr>
        <p:spPr>
          <a:xfrm>
            <a:off x="4282973" y="3427222"/>
            <a:ext cx="3625748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sources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[4]</a:t>
            </a:r>
          </a:p>
        </p:txBody>
      </p:sp>
      <p:sp>
        <p:nvSpPr>
          <p:cNvPr id="6" name="Process Step"/>
          <p:cNvSpPr/>
          <p:nvPr/>
        </p:nvSpPr>
        <p:spPr>
          <a:xfrm>
            <a:off x="8017306" y="3427222"/>
            <a:ext cx="3625748" cy="2171700"/>
          </a:xfrm>
          <a:prstGeom prst="roundRect">
            <a:avLst/>
          </a:prstGeom>
          <a:solidFill>
            <a:srgbClr val="0B7A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image_query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A diagram illustrating the expected growth of renewable energy over time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74388" y="4513072"/>
            <a:ext cx="108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908721" y="4513072"/>
            <a:ext cx="1085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10 / 12</a:t>
            </a:r>
          </a:p>
        </p:txBody>
      </p:sp>
      <p:sp>
        <p:nvSpPr>
          <p:cNvPr id="10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Renewable Energy Solutions for a Sustainable Future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Sources &amp; Image Credits</a:t>
            </a:r>
          </a:p>
          <a:p>
            <a:pPr algn="l">
              <a:defRPr sz="1800">
                <a:solidFill>
                  <a:srgbClr val="475569"/>
                </a:solidFill>
                <a:latin typeface="Calibri"/>
              </a:defRPr>
            </a:pPr>
            <a:r>
              <a:t>Research and images used in this presentation</a:t>
            </a:r>
          </a:p>
        </p:txBody>
      </p:sp>
      <p:graphicFrame>
        <p:nvGraphicFramePr>
          <p:cNvPr id="3" name="Content Table"/>
          <p:cNvGraphicFramePr>
            <a:graphicFrameLocks noGrp="1"/>
          </p:cNvGraphicFramePr>
          <p:nvPr/>
        </p:nvGraphicFramePr>
        <p:xfrm>
          <a:off x="548640" y="1645920"/>
          <a:ext cx="1109441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0253"/>
                <a:gridCol w="5604162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Link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[1] Practical solutions for a sustainable future - advancing renewable and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sciencedirect.com/science/article/pii/S1364032125008093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[2] Renewable energy - powering a safer future | United Nations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un.org/en/climatechange/raising-ambition/renewable-energy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[3] Renewable Energy Solutions for a Sustainable Future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manifest.ly/blog/renewable-energy-solutions-for-a-sustainable-future-…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[4] Renewable energy for a sustainable future - ScienceDirect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sciencedirect.com/science/chapter/edited-volume/pii/B9780443134395000…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[5] Renewable Energy Solutions for a Greener Future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emagazine.com/renewable-energy-solutions-for-a-greener-future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[6] Renewable Energy and Sustainability: Complete 2025 Guide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greenlivinganswers.com/renewable-energy-and-sustainability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[7] The Future of Energy: How Green Tech is Shaping Renewable 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therenewables.org/how-green-tech-is-shaping-renewable-sources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11 / 12</a:t>
            </a:r>
          </a:p>
        </p:txBody>
      </p:sp>
      <p:sp>
        <p:nvSpPr>
          <p:cNvPr id="5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Renewable Energy Solutions for a Sustainable Future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 txBox="1"/>
          <p:nvPr/>
        </p:nvSpPr>
        <p:spPr>
          <a:xfrm>
            <a:off x="548640" y="411480"/>
            <a:ext cx="11094415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0F2A44"/>
                </a:solidFill>
                <a:latin typeface="Calibri"/>
              </a:defRPr>
            </a:pPr>
            <a:r>
              <a:t>Sources &amp; Image Credits (continued)</a:t>
            </a:r>
          </a:p>
        </p:txBody>
      </p:sp>
      <p:graphicFrame>
        <p:nvGraphicFramePr>
          <p:cNvPr id="3" name="Content Table"/>
          <p:cNvGraphicFramePr>
            <a:graphicFrameLocks noGrp="1"/>
          </p:cNvGraphicFramePr>
          <p:nvPr/>
        </p:nvGraphicFramePr>
        <p:xfrm>
          <a:off x="548640" y="1645920"/>
          <a:ext cx="11094415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1412"/>
                <a:gridCol w="4633003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Link</a:t>
                      </a:r>
                    </a:p>
                  </a:txBody>
                  <a:tcPr>
                    <a:solidFill>
                      <a:srgbClr val="0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Image (slide: Renewable Energy Solutions for a Sustainable Future) — ar.inspiredpencil.com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ar.inspiredpencil.com/pictures-2023/renewable-energy-wallpaper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Image (slide: Introduction) — enroniq.com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enroniq.com/sustainable-energy-solutions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"/>
          <p:cNvSpPr txBox="1"/>
          <p:nvPr/>
        </p:nvSpPr>
        <p:spPr>
          <a:xfrm>
            <a:off x="548640" y="6263640"/>
            <a:ext cx="110944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12 / 12</a:t>
            </a:r>
          </a:p>
        </p:txBody>
      </p:sp>
      <p:sp>
        <p:nvSpPr>
          <p:cNvPr id="5" name="Accent Bar"/>
          <p:cNvSpPr/>
          <p:nvPr/>
        </p:nvSpPr>
        <p:spPr>
          <a:xfrm>
            <a:off x="329184" y="685800"/>
            <a:ext cx="64008" cy="685800"/>
          </a:xfrm>
          <a:prstGeom prst="rect">
            <a:avLst/>
          </a:prstGeom>
          <a:solidFill>
            <a:srgbClr val="0B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 Title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alibri"/>
              </a:defRPr>
            </a:pPr>
            <a:r>
              <a:t>Renewable Energy Solutions for a Sustainable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