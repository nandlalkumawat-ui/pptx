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Generative AI and the Future of Software Development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Transforming the Industry with Artificial Intelligence</a:t>
            </a:r>
          </a:p>
        </p:txBody>
      </p:sp>
      <p:pic>
        <p:nvPicPr>
          <p:cNvPr id="4" name="Slide Image" descr="1cc5423dfbd0bc440d41b80b1f76566574f454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medium.com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Rise of Generative AI in Software Development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Generative AI is revolutionizing the software development industry by automating key steps and transforming ideas into reality.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efficiency and productivity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[1]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code quality and accuracy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[5]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collaboration between human developers and AI</a:t>
            </a:r>
          </a:p>
        </p:txBody>
      </p:sp>
      <p:pic>
        <p:nvPicPr>
          <p:cNvPr id="5" name="Slide Image" descr="33961a2909c776b0707d0ed9bb88c602150d93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unite.ai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Key Concepts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Understanding Generative AI and its Applications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Large Language Models (LLMs)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Generative Adversarial Networks (GANs)</a:t>
            </a:r>
          </a:p>
        </p:txBody>
      </p:sp>
      <p:sp>
        <p:nvSpPr>
          <p:cNvPr id="6" name="Card"/>
          <p:cNvSpPr/>
          <p:nvPr/>
        </p:nvSpPr>
        <p:spPr>
          <a:xfrm>
            <a:off x="548640" y="409194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[]</a:t>
            </a:r>
          </a:p>
        </p:txBody>
      </p:sp>
      <p:sp>
        <p:nvSpPr>
          <p:cNvPr id="7" name="Card"/>
          <p:cNvSpPr/>
          <p:nvPr/>
        </p:nvSpPr>
        <p:spPr>
          <a:xfrm>
            <a:off x="4338218" y="409194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Agentic Systems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9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Current Situation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State of Generative AI in Software Development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a recent study, 70% of software development teams are already using generative AI for various tasks.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741"/>
                <a:gridCol w="200630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efficiency and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Dependence on AI for critical tasks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code quality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bias in AI-generated code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collaboration between human developers and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Job displacement concerns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adoption of generative AI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[2]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code quality and accuracy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[5]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collaboration between human developers and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Practical Uses of Generative AI in Software Development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Code Generation and Review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Agentic Coding</a:t>
            </a:r>
          </a:p>
        </p:txBody>
      </p:sp>
      <p:sp>
        <p:nvSpPr>
          <p:cNvPr id="6" name="Card"/>
          <p:cNvSpPr/>
          <p:nvPr/>
        </p:nvSpPr>
        <p:spPr>
          <a:xfrm>
            <a:off x="548640" y="409194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[]</a:t>
            </a:r>
          </a:p>
        </p:txBody>
      </p:sp>
      <p:sp>
        <p:nvSpPr>
          <p:cNvPr id="7" name="Card"/>
          <p:cNvSpPr/>
          <p:nvPr/>
        </p:nvSpPr>
        <p:spPr>
          <a:xfrm>
            <a:off x="4338218" y="4091940"/>
            <a:ext cx="3515258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AI-Assisted Engineering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9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Pros and Cons of Generative AI in Software Development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Generative AI offers numerous benefits, including increased efficiency and productivity, improved code quality and accuracy, and enhanced collaboration between human developers and AI.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741"/>
                <a:gridCol w="200630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efficiency and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Dependence on AI for critical tasks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code quality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bias in AI-generated code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Enhanced collaboration between human developers and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Job displacement concerns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efficiency and productivity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[1]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code quality and accuracy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[5]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Enhanced collaboration between human developers and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Likely Developments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software development with generative AI is expected to be shaped by emerging trends such as increased adoption, improved code quality, and enhanced collaboration.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213201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adoption of generative AI</a:t>
            </a:r>
          </a:p>
        </p:txBody>
      </p:sp>
      <p:sp>
        <p:nvSpPr>
          <p:cNvPr id="5" name="Process Step"/>
          <p:cNvSpPr/>
          <p:nvPr/>
        </p:nvSpPr>
        <p:spPr>
          <a:xfrm>
            <a:off x="2789240" y="3427222"/>
            <a:ext cx="213201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6" name="Process Step"/>
          <p:cNvSpPr/>
          <p:nvPr/>
        </p:nvSpPr>
        <p:spPr>
          <a:xfrm>
            <a:off x="5029840" y="3427222"/>
            <a:ext cx="213201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Improved code quality and accuracy</a:t>
            </a:r>
          </a:p>
        </p:txBody>
      </p:sp>
      <p:sp>
        <p:nvSpPr>
          <p:cNvPr id="7" name="Process Step"/>
          <p:cNvSpPr/>
          <p:nvPr/>
        </p:nvSpPr>
        <p:spPr>
          <a:xfrm>
            <a:off x="7270440" y="3427222"/>
            <a:ext cx="213201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8" name="Process Step"/>
          <p:cNvSpPr/>
          <p:nvPr/>
        </p:nvSpPr>
        <p:spPr>
          <a:xfrm>
            <a:off x="9511040" y="3427222"/>
            <a:ext cx="213201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Forecasted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Enhanced collaboration between human developers and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06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212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618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024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14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Practical Uses of Generative AI in Software Development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Code Generation and Review</a:t>
            </a:r>
          </a:p>
        </p:txBody>
      </p:sp>
      <p:sp>
        <p:nvSpPr>
          <p:cNvPr id="4" name="Card"/>
          <p:cNvSpPr/>
          <p:nvPr/>
        </p:nvSpPr>
        <p:spPr>
          <a:xfrm>
            <a:off x="6233007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1F2937"/>
                </a:solidFill>
                <a:latin typeface="Calibri"/>
              </a:defRPr>
            </a:pPr>
            <a:r>
              <a:t>Agentic Coding</a:t>
            </a:r>
          </a:p>
        </p:txBody>
      </p:sp>
      <p:sp>
        <p:nvSpPr>
          <p:cNvPr id="6" name="Card"/>
          <p:cNvSpPr/>
          <p:nvPr/>
        </p:nvSpPr>
        <p:spPr>
          <a:xfrm>
            <a:off x="6233007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[]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The Pros and Cons of Generative AI in Software Development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Generative AI offers numerous benefits, including increased efficiency and productivity, improved code quality and accuracy, and enhanced collaboration between human developers and AI.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068"/>
                <a:gridCol w="2638979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efficiency and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Dependence on AI for critical tasks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code quality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Potential bias in AI-generated code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Increased efficiency and productivity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[1]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Improved code quality and accuracy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[5]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Emerging Trends and Likely Developments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software development with generative AI is expected to be shaped by emerging trends such as increased adoption, improved code quality, and enhanced collaboration.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Increased adoption of generative AI</a:t>
            </a:r>
          </a:p>
        </p:txBody>
      </p:sp>
      <p:sp>
        <p:nvSpPr>
          <p:cNvPr id="5" name="Process Step"/>
          <p:cNvSpPr/>
          <p:nvPr/>
        </p:nvSpPr>
        <p:spPr>
          <a:xfrm>
            <a:off x="334939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6" name="Process Step"/>
          <p:cNvSpPr/>
          <p:nvPr/>
        </p:nvSpPr>
        <p:spPr>
          <a:xfrm>
            <a:off x="615014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Projected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Improved code quality and accuracy</a:t>
            </a:r>
          </a:p>
        </p:txBody>
      </p:sp>
      <p:sp>
        <p:nvSpPr>
          <p:cNvPr id="7" name="Process Step"/>
          <p:cNvSpPr/>
          <p:nvPr/>
        </p:nvSpPr>
        <p:spPr>
          <a:xfrm>
            <a:off x="8950890" y="3427222"/>
            <a:ext cx="2692165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[5]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080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4155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42305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12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6724"/>
                <a:gridCol w="5827691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[1] Future of software development with generative AI - 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link.springer.com/article/10.1007/s10515-024-00426-z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[2] The future of AI in software development - microsoft.com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microsoft.com/en-us/software-development-companies/resources/articles…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[3] (PDF) Future of software development with generative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researchgate.net/publication/378872818_Future_of_software_development…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[4] Generative AI and the Transformation of Software Development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arxiv.org/html/2510.10819v1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[5] AI in software development - 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ibm.com/think/topics/ai-in-software-development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[6] How GenAI Transforms Software Development in 11 Ways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index.dev/blog/genai-software-development-use-cases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[7] The Future Of Software Development Is Faster, Smarter, And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forbes.com/sites/peterbendorsamuel/2026/04/02/the-future-of-software-…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7787"/>
                <a:gridCol w="5376628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Generative AI and the Future of Software Development) — medium.com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medium.com/@annamathew03/future-of-software-development-inspired-by-g…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Introduction) — unite.ai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unite.ai/how-ai-is-redefining-team-dynamics-in-collaborative-software…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Generative AI and the Future of Software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